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Roboto"/>
      <p:regular r:id="rId16"/>
      <p:bold r:id="rId17"/>
      <p:italic r:id="rId18"/>
      <p:boldItalic r:id="rId19"/>
    </p:embeddedFont>
    <p:embeddedFont>
      <p:font typeface="Helvetica Neue"/>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CFbzFkDvsRIIZPhxkTm395hNv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regular.fntdata"/><Relationship Id="rId11" Type="http://schemas.openxmlformats.org/officeDocument/2006/relationships/slide" Target="slides/slide6.xml"/><Relationship Id="rId22" Type="http://schemas.openxmlformats.org/officeDocument/2006/relationships/font" Target="fonts/HelveticaNeue-italic.fntdata"/><Relationship Id="rId10" Type="http://schemas.openxmlformats.org/officeDocument/2006/relationships/slide" Target="slides/slide5.xml"/><Relationship Id="rId21" Type="http://schemas.openxmlformats.org/officeDocument/2006/relationships/font" Target="fonts/HelveticaNeue-bold.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HelveticaNeue-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5" name="Google Shape;2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3d34d8af64_0_3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g13d34d8af64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432891a9b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g1432891a9b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432891a9b6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1432891a9b6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4227af8690_6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g14227af8690_6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c5f9381e4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c5f9381e4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2c5f9381e4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c5f9381e44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c5f9381e44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2c5f9381e44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c5f9381e44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c5f9381e44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2c5f9381e44_0_1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4227af8690_6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14227af8690_6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9e1ad71385_1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9e1ad71385_1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g29e1ad71385_1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bg>
      <p:bgPr>
        <a:gradFill>
          <a:gsLst>
            <a:gs pos="0">
              <a:srgbClr val="F6FDFC"/>
            </a:gs>
            <a:gs pos="74000">
              <a:srgbClr val="E4F9F7"/>
            </a:gs>
            <a:gs pos="89000">
              <a:srgbClr val="E2F9F6"/>
            </a:gs>
            <a:gs pos="100000">
              <a:srgbClr val="EFFCFA"/>
            </a:gs>
          </a:gsLst>
          <a:lin ang="5400000" scaled="0"/>
        </a:gradFill>
      </p:bgPr>
    </p:bg>
    <p:spTree>
      <p:nvGrpSpPr>
        <p:cNvPr id="15" name="Shape 15"/>
        <p:cNvGrpSpPr/>
        <p:nvPr/>
      </p:nvGrpSpPr>
      <p:grpSpPr>
        <a:xfrm>
          <a:off x="0" y="0"/>
          <a:ext cx="0" cy="0"/>
          <a:chOff x="0" y="0"/>
          <a:chExt cx="0" cy="0"/>
        </a:xfrm>
      </p:grpSpPr>
      <p:pic>
        <p:nvPicPr>
          <p:cNvPr descr="A screenshot of a computer&#10;&#10;Description automatically generated with low confidence" id="16" name="Google Shape;16;p20"/>
          <p:cNvPicPr preferRelativeResize="0"/>
          <p:nvPr/>
        </p:nvPicPr>
        <p:blipFill rotWithShape="1">
          <a:blip r:embed="rId2">
            <a:alphaModFix/>
          </a:blip>
          <a:srcRect b="0" l="0" r="0" t="0"/>
          <a:stretch/>
        </p:blipFill>
        <p:spPr>
          <a:xfrm>
            <a:off x="2194560" y="2410994"/>
            <a:ext cx="7802880" cy="203601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17" name="Shape 17"/>
        <p:cNvGrpSpPr/>
        <p:nvPr/>
      </p:nvGrpSpPr>
      <p:grpSpPr>
        <a:xfrm>
          <a:off x="0" y="0"/>
          <a:ext cx="0" cy="0"/>
          <a:chOff x="0" y="0"/>
          <a:chExt cx="0" cy="0"/>
        </a:xfrm>
      </p:grpSpPr>
      <p:sp>
        <p:nvSpPr>
          <p:cNvPr id="18" name="Google Shape;18;p26"/>
          <p:cNvSpPr txBox="1"/>
          <p:nvPr>
            <p:ph type="ctrTitle"/>
          </p:nvPr>
        </p:nvSpPr>
        <p:spPr>
          <a:xfrm>
            <a:off x="838200" y="1122363"/>
            <a:ext cx="105156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6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 type="subTitle"/>
          </p:nvPr>
        </p:nvSpPr>
        <p:spPr>
          <a:xfrm>
            <a:off x="838200" y="3602037"/>
            <a:ext cx="10515600" cy="1655763"/>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1800"/>
              <a:buNone/>
              <a:defRPr sz="2400">
                <a:latin typeface="Calibri"/>
                <a:ea typeface="Calibri"/>
                <a:cs typeface="Calibri"/>
                <a:sym typeface="Calibri"/>
              </a:defRPr>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p:txBody>
      </p:sp>
      <p:sp>
        <p:nvSpPr>
          <p:cNvPr id="20" name="Google Shape;20;p26"/>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1" name="Google Shape;21;p26"/>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2" name="Google Shape;22;p26"/>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23" name="Shape 23"/>
        <p:cNvGrpSpPr/>
        <p:nvPr/>
      </p:nvGrpSpPr>
      <p:grpSpPr>
        <a:xfrm>
          <a:off x="0" y="0"/>
          <a:ext cx="0" cy="0"/>
          <a:chOff x="0" y="0"/>
          <a:chExt cx="0" cy="0"/>
        </a:xfrm>
      </p:grpSpPr>
      <p:sp>
        <p:nvSpPr>
          <p:cNvPr id="24" name="Google Shape;24;p21"/>
          <p:cNvSpPr txBox="1"/>
          <p:nvPr>
            <p:ph type="title"/>
          </p:nvPr>
        </p:nvSpPr>
        <p:spPr>
          <a:xfrm>
            <a:off x="1767840" y="1"/>
            <a:ext cx="8656320" cy="68167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2000"/>
              <a:buFont typeface="Helvetica Neue"/>
              <a:buNone/>
              <a:defRPr sz="2667">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1"/>
          <p:cNvSpPr txBox="1"/>
          <p:nvPr>
            <p:ph idx="1" type="body"/>
          </p:nvPr>
        </p:nvSpPr>
        <p:spPr>
          <a:xfrm>
            <a:off x="838200" y="1825625"/>
            <a:ext cx="10515600" cy="4351339"/>
          </a:xfrm>
          <a:prstGeom prst="rect">
            <a:avLst/>
          </a:prstGeom>
          <a:noFill/>
          <a:ln>
            <a:noFill/>
          </a:ln>
        </p:spPr>
        <p:txBody>
          <a:bodyPr anchorCtr="0" anchor="t" bIns="45700" lIns="91425" spcFirstLastPara="1" rIns="91425" wrap="square" tIns="45700">
            <a:normAutofit/>
          </a:bodyPr>
          <a:lstStyle>
            <a:lvl1pPr indent="-361950" lvl="0" marL="457200" algn="l">
              <a:lnSpc>
                <a:spcPct val="90000"/>
              </a:lnSpc>
              <a:spcBef>
                <a:spcPts val="1000"/>
              </a:spcBef>
              <a:spcAft>
                <a:spcPts val="0"/>
              </a:spcAft>
              <a:buClr>
                <a:schemeClr val="dk1"/>
              </a:buClr>
              <a:buSzPts val="2100"/>
              <a:buChar char="•"/>
              <a:defRPr>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atin typeface="Calibri"/>
                <a:ea typeface="Calibri"/>
                <a:cs typeface="Calibri"/>
                <a:sym typeface="Calibri"/>
              </a:defRPr>
            </a:lvl2pPr>
            <a:lvl3pPr indent="-323850" lvl="2" marL="1371600" algn="l">
              <a:lnSpc>
                <a:spcPct val="90000"/>
              </a:lnSpc>
              <a:spcBef>
                <a:spcPts val="500"/>
              </a:spcBef>
              <a:spcAft>
                <a:spcPts val="0"/>
              </a:spcAft>
              <a:buClr>
                <a:schemeClr val="dk1"/>
              </a:buClr>
              <a:buSzPts val="1500"/>
              <a:buChar char="•"/>
              <a:defRPr>
                <a:latin typeface="Calibri"/>
                <a:ea typeface="Calibri"/>
                <a:cs typeface="Calibri"/>
                <a:sym typeface="Calibri"/>
              </a:defRPr>
            </a:lvl3pPr>
            <a:lvl4pPr indent="-314325" lvl="3" marL="1828800" algn="l">
              <a:lnSpc>
                <a:spcPct val="90000"/>
              </a:lnSpc>
              <a:spcBef>
                <a:spcPts val="500"/>
              </a:spcBef>
              <a:spcAft>
                <a:spcPts val="0"/>
              </a:spcAft>
              <a:buClr>
                <a:schemeClr val="dk1"/>
              </a:buClr>
              <a:buSzPts val="1350"/>
              <a:buChar char="•"/>
              <a:defRPr>
                <a:latin typeface="Calibri"/>
                <a:ea typeface="Calibri"/>
                <a:cs typeface="Calibri"/>
                <a:sym typeface="Calibri"/>
              </a:defRPr>
            </a:lvl4pPr>
            <a:lvl5pPr indent="-314325" lvl="4" marL="2286000" algn="l">
              <a:lnSpc>
                <a:spcPct val="90000"/>
              </a:lnSpc>
              <a:spcBef>
                <a:spcPts val="500"/>
              </a:spcBef>
              <a:spcAft>
                <a:spcPts val="0"/>
              </a:spcAft>
              <a:buClr>
                <a:schemeClr val="dk1"/>
              </a:buClr>
              <a:buSzPts val="1350"/>
              <a:buChar char="•"/>
              <a:defRPr>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7" name="Google Shape;27;p2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8" name="Google Shape;28;p21"/>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Slide" showMasterSp="0">
  <p:cSld name="Section Cover Slide">
    <p:bg>
      <p:bgPr>
        <a:gradFill>
          <a:gsLst>
            <a:gs pos="0">
              <a:srgbClr val="F6FDFC"/>
            </a:gs>
            <a:gs pos="74000">
              <a:srgbClr val="E4F9F7"/>
            </a:gs>
            <a:gs pos="89000">
              <a:srgbClr val="E2F9F6"/>
            </a:gs>
            <a:gs pos="100000">
              <a:srgbClr val="EFFCFA"/>
            </a:gs>
          </a:gsLst>
          <a:lin ang="5400000" scaled="0"/>
        </a:gradFill>
      </p:bgPr>
    </p:bg>
    <p:spTree>
      <p:nvGrpSpPr>
        <p:cNvPr id="29" name="Shape 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2">
  <p:cSld name="1_Title and Content 2">
    <p:spTree>
      <p:nvGrpSpPr>
        <p:cNvPr id="30" name="Shape 30"/>
        <p:cNvGrpSpPr/>
        <p:nvPr/>
      </p:nvGrpSpPr>
      <p:grpSpPr>
        <a:xfrm>
          <a:off x="0" y="0"/>
          <a:ext cx="0" cy="0"/>
          <a:chOff x="0" y="0"/>
          <a:chExt cx="0" cy="0"/>
        </a:xfrm>
      </p:grpSpPr>
      <p:sp>
        <p:nvSpPr>
          <p:cNvPr id="31" name="Google Shape;31;p22"/>
          <p:cNvSpPr txBox="1"/>
          <p:nvPr>
            <p:ph type="title"/>
          </p:nvPr>
        </p:nvSpPr>
        <p:spPr>
          <a:xfrm>
            <a:off x="1767840" y="28518"/>
            <a:ext cx="8656320" cy="68167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2000"/>
              <a:buFont typeface="Helvetica Neue"/>
              <a:buNone/>
              <a:defRPr sz="2667">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3" name="Google Shape;33;p22"/>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4" name="Google Shape;34;p22"/>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2">
  <p:cSld name="2_Title and Content 2">
    <p:spTree>
      <p:nvGrpSpPr>
        <p:cNvPr id="35" name="Shape 35"/>
        <p:cNvGrpSpPr/>
        <p:nvPr/>
      </p:nvGrpSpPr>
      <p:grpSpPr>
        <a:xfrm>
          <a:off x="0" y="0"/>
          <a:ext cx="0" cy="0"/>
          <a:chOff x="0" y="0"/>
          <a:chExt cx="0" cy="0"/>
        </a:xfrm>
      </p:grpSpPr>
      <p:sp>
        <p:nvSpPr>
          <p:cNvPr id="36" name="Google Shape;36;p23"/>
          <p:cNvSpPr txBox="1"/>
          <p:nvPr>
            <p:ph type="title"/>
          </p:nvPr>
        </p:nvSpPr>
        <p:spPr>
          <a:xfrm>
            <a:off x="1767840" y="28518"/>
            <a:ext cx="8656320" cy="68167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2000"/>
              <a:buFont typeface="Helvetica Neue"/>
              <a:buNone/>
              <a:defRPr sz="2667">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3"/>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8" name="Google Shape;38;p23"/>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9" name="Google Shape;39;p23"/>
          <p:cNvSpPr txBox="1"/>
          <p:nvPr>
            <p:ph idx="12" type="sldNum"/>
          </p:nvPr>
        </p:nvSpPr>
        <p:spPr>
          <a:xfrm>
            <a:off x="8610600"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3"/>
          <p:cNvSpPr txBox="1"/>
          <p:nvPr>
            <p:ph idx="1" type="body"/>
          </p:nvPr>
        </p:nvSpPr>
        <p:spPr>
          <a:xfrm>
            <a:off x="1767840" y="710187"/>
            <a:ext cx="8656321" cy="537532"/>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41" name="Shape 41"/>
        <p:cNvGrpSpPr/>
        <p:nvPr/>
      </p:nvGrpSpPr>
      <p:grpSpPr>
        <a:xfrm>
          <a:off x="0" y="0"/>
          <a:ext cx="0" cy="0"/>
          <a:chOff x="0" y="0"/>
          <a:chExt cx="0" cy="0"/>
        </a:xfrm>
      </p:grpSpPr>
      <p:sp>
        <p:nvSpPr>
          <p:cNvPr id="42" name="Google Shape;42;p24"/>
          <p:cNvSpPr txBox="1"/>
          <p:nvPr>
            <p:ph type="title"/>
          </p:nvPr>
        </p:nvSpPr>
        <p:spPr>
          <a:xfrm>
            <a:off x="1767840" y="28518"/>
            <a:ext cx="8656320" cy="681671"/>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chemeClr val="dk1"/>
              </a:buClr>
              <a:buSzPts val="2667"/>
              <a:buFont typeface="Helvetica Neue"/>
              <a:buNone/>
              <a:defRPr sz="2667">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i="0">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i="0">
                <a:latin typeface="Trebuchet MS"/>
                <a:ea typeface="Trebuchet MS"/>
                <a:cs typeface="Trebuchet MS"/>
                <a:sym typeface="Trebuchet M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24"/>
          <p:cNvSpPr txBox="1"/>
          <p:nvPr>
            <p:ph idx="1" type="body"/>
          </p:nvPr>
        </p:nvSpPr>
        <p:spPr>
          <a:xfrm>
            <a:off x="1056070" y="667261"/>
            <a:ext cx="10079861" cy="537532"/>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sz="1600">
                <a:latin typeface="Calibri"/>
                <a:ea typeface="Calibri"/>
                <a:cs typeface="Calibri"/>
                <a:sym typeface="Calibri"/>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7" name="Shape 47"/>
        <p:cNvGrpSpPr/>
        <p:nvPr/>
      </p:nvGrpSpPr>
      <p:grpSpPr>
        <a:xfrm>
          <a:off x="0" y="0"/>
          <a:ext cx="0" cy="0"/>
          <a:chOff x="0" y="0"/>
          <a:chExt cx="0" cy="0"/>
        </a:xfrm>
      </p:grpSpPr>
      <p:sp>
        <p:nvSpPr>
          <p:cNvPr id="48" name="Google Shape;48;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0" name="Google Shape;50;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3" name="Google Shape;93;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7" name="Shape 97"/>
        <p:cNvGrpSpPr/>
        <p:nvPr/>
      </p:nvGrpSpPr>
      <p:grpSpPr>
        <a:xfrm>
          <a:off x="0" y="0"/>
          <a:ext cx="0" cy="0"/>
          <a:chOff x="0" y="0"/>
          <a:chExt cx="0" cy="0"/>
        </a:xfrm>
      </p:grpSpPr>
      <p:sp>
        <p:nvSpPr>
          <p:cNvPr id="98" name="Google Shape;98;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5"/>
          <p:cNvSpPr/>
          <p:nvPr>
            <p:ph idx="2" type="pic"/>
          </p:nvPr>
        </p:nvSpPr>
        <p:spPr>
          <a:xfrm>
            <a:off x="5183188" y="987425"/>
            <a:ext cx="6172200" cy="4873625"/>
          </a:xfrm>
          <a:prstGeom prst="rect">
            <a:avLst/>
          </a:prstGeom>
          <a:noFill/>
          <a:ln>
            <a:noFill/>
          </a:ln>
        </p:spPr>
      </p:sp>
      <p:sp>
        <p:nvSpPr>
          <p:cNvPr id="100" name="Google Shape;100;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4" name="Shape 104"/>
        <p:cNvGrpSpPr/>
        <p:nvPr/>
      </p:nvGrpSpPr>
      <p:grpSpPr>
        <a:xfrm>
          <a:off x="0" y="0"/>
          <a:ext cx="0" cy="0"/>
          <a:chOff x="0" y="0"/>
          <a:chExt cx="0" cy="0"/>
        </a:xfrm>
      </p:grpSpPr>
      <p:sp>
        <p:nvSpPr>
          <p:cNvPr id="105" name="Google Shape;105;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2">
  <p:cSld name="1_Title and Content 2">
    <p:spTree>
      <p:nvGrpSpPr>
        <p:cNvPr id="124" name="Shape 124"/>
        <p:cNvGrpSpPr/>
        <p:nvPr/>
      </p:nvGrpSpPr>
      <p:grpSpPr>
        <a:xfrm>
          <a:off x="0" y="0"/>
          <a:ext cx="0" cy="0"/>
          <a:chOff x="0" y="0"/>
          <a:chExt cx="0" cy="0"/>
        </a:xfrm>
      </p:grpSpPr>
      <p:sp>
        <p:nvSpPr>
          <p:cNvPr id="125" name="Google Shape;125;g13d34d8af64_0_256"/>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lvl1pPr lvl="0" algn="ctr">
              <a:lnSpc>
                <a:spcPct val="90000"/>
              </a:lnSpc>
              <a:spcBef>
                <a:spcPts val="0"/>
              </a:spcBef>
              <a:spcAft>
                <a:spcPts val="0"/>
              </a:spcAft>
              <a:buClr>
                <a:schemeClr val="dk1"/>
              </a:buClr>
              <a:buSzPts val="2700"/>
              <a:buFont typeface="Helvetica Neue"/>
              <a:buNone/>
              <a:defRPr sz="2700">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26" name="Google Shape;126;g13d34d8af64_0_256"/>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27" name="Google Shape;127;g13d34d8af64_0_256"/>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28" name="Google Shape;128;g13d34d8af64_0_256"/>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bg>
      <p:bgPr>
        <a:gradFill>
          <a:gsLst>
            <a:gs pos="0">
              <a:srgbClr val="F6FDFC"/>
            </a:gs>
            <a:gs pos="74000">
              <a:srgbClr val="E4F9F7"/>
            </a:gs>
            <a:gs pos="89000">
              <a:srgbClr val="E2F9F6"/>
            </a:gs>
            <a:gs pos="100000">
              <a:srgbClr val="EFFCFA"/>
            </a:gs>
          </a:gsLst>
          <a:lin ang="5400012" scaled="0"/>
        </a:gradFill>
      </p:bgPr>
    </p:bg>
    <p:spTree>
      <p:nvGrpSpPr>
        <p:cNvPr id="129" name="Shape 129"/>
        <p:cNvGrpSpPr/>
        <p:nvPr/>
      </p:nvGrpSpPr>
      <p:grpSpPr>
        <a:xfrm>
          <a:off x="0" y="0"/>
          <a:ext cx="0" cy="0"/>
          <a:chOff x="0" y="0"/>
          <a:chExt cx="0" cy="0"/>
        </a:xfrm>
      </p:grpSpPr>
      <p:pic>
        <p:nvPicPr>
          <p:cNvPr descr="A screenshot of a computer&#10;&#10;Description automatically generated with low confidence" id="130" name="Google Shape;130;g13d34d8af64_0_242"/>
          <p:cNvPicPr preferRelativeResize="0"/>
          <p:nvPr/>
        </p:nvPicPr>
        <p:blipFill rotWithShape="1">
          <a:blip r:embed="rId2">
            <a:alphaModFix/>
          </a:blip>
          <a:srcRect b="0" l="0" r="0" t="0"/>
          <a:stretch/>
        </p:blipFill>
        <p:spPr>
          <a:xfrm>
            <a:off x="2194560" y="2410993"/>
            <a:ext cx="7802882" cy="203601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Title and Content 2">
    <p:spTree>
      <p:nvGrpSpPr>
        <p:cNvPr id="131" name="Shape 131"/>
        <p:cNvGrpSpPr/>
        <p:nvPr/>
      </p:nvGrpSpPr>
      <p:grpSpPr>
        <a:xfrm>
          <a:off x="0" y="0"/>
          <a:ext cx="0" cy="0"/>
          <a:chOff x="0" y="0"/>
          <a:chExt cx="0" cy="0"/>
        </a:xfrm>
      </p:grpSpPr>
      <p:sp>
        <p:nvSpPr>
          <p:cNvPr id="132" name="Google Shape;132;g13d34d8af64_0_244"/>
          <p:cNvSpPr txBox="1"/>
          <p:nvPr>
            <p:ph type="title"/>
          </p:nvPr>
        </p:nvSpPr>
        <p:spPr>
          <a:xfrm>
            <a:off x="1767840" y="0"/>
            <a:ext cx="8656500" cy="681600"/>
          </a:xfrm>
          <a:prstGeom prst="rect">
            <a:avLst/>
          </a:prstGeom>
          <a:noFill/>
          <a:ln>
            <a:noFill/>
          </a:ln>
        </p:spPr>
        <p:txBody>
          <a:bodyPr anchorCtr="0" anchor="ctr" bIns="60925" lIns="121900" spcFirstLastPara="1" rIns="121900" wrap="square" tIns="60925">
            <a:noAutofit/>
          </a:bodyPr>
          <a:lstStyle>
            <a:lvl1pPr lvl="0" algn="ctr">
              <a:lnSpc>
                <a:spcPct val="90000"/>
              </a:lnSpc>
              <a:spcBef>
                <a:spcPts val="0"/>
              </a:spcBef>
              <a:spcAft>
                <a:spcPts val="0"/>
              </a:spcAft>
              <a:buClr>
                <a:schemeClr val="dk1"/>
              </a:buClr>
              <a:buSzPts val="2700"/>
              <a:buFont typeface="Helvetica Neue"/>
              <a:buNone/>
              <a:defRPr sz="2700">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33" name="Google Shape;133;g13d34d8af64_0_244"/>
          <p:cNvSpPr txBox="1"/>
          <p:nvPr>
            <p:ph idx="1" type="body"/>
          </p:nvPr>
        </p:nvSpPr>
        <p:spPr>
          <a:xfrm>
            <a:off x="838200" y="1825625"/>
            <a:ext cx="10515600" cy="4351200"/>
          </a:xfrm>
          <a:prstGeom prst="rect">
            <a:avLst/>
          </a:prstGeom>
          <a:noFill/>
          <a:ln>
            <a:noFill/>
          </a:ln>
        </p:spPr>
        <p:txBody>
          <a:bodyPr anchorCtr="0" anchor="t" bIns="60925" lIns="121900" spcFirstLastPara="1" rIns="121900" wrap="square" tIns="60925">
            <a:normAutofit/>
          </a:bodyPr>
          <a:lstStyle>
            <a:lvl1pPr indent="-406400" lvl="0" marL="457200" algn="l">
              <a:lnSpc>
                <a:spcPct val="90000"/>
              </a:lnSpc>
              <a:spcBef>
                <a:spcPts val="1000"/>
              </a:spcBef>
              <a:spcAft>
                <a:spcPts val="0"/>
              </a:spcAft>
              <a:buClr>
                <a:schemeClr val="dk1"/>
              </a:buClr>
              <a:buSzPts val="2800"/>
              <a:buChar char="•"/>
              <a:defRPr>
                <a:latin typeface="Calibri"/>
                <a:ea typeface="Calibri"/>
                <a:cs typeface="Calibri"/>
                <a:sym typeface="Calibri"/>
              </a:defRPr>
            </a:lvl1pPr>
            <a:lvl2pPr indent="-381000" lvl="1" marL="914400" algn="l">
              <a:lnSpc>
                <a:spcPct val="90000"/>
              </a:lnSpc>
              <a:spcBef>
                <a:spcPts val="500"/>
              </a:spcBef>
              <a:spcAft>
                <a:spcPts val="0"/>
              </a:spcAft>
              <a:buClr>
                <a:schemeClr val="dk1"/>
              </a:buClr>
              <a:buSzPts val="2400"/>
              <a:buChar char="•"/>
              <a:defRPr>
                <a:latin typeface="Calibri"/>
                <a:ea typeface="Calibri"/>
                <a:cs typeface="Calibri"/>
                <a:sym typeface="Calibri"/>
              </a:defRPr>
            </a:lvl2pPr>
            <a:lvl3pPr indent="-355600" lvl="2" marL="1371600" algn="l">
              <a:lnSpc>
                <a:spcPct val="90000"/>
              </a:lnSpc>
              <a:spcBef>
                <a:spcPts val="500"/>
              </a:spcBef>
              <a:spcAft>
                <a:spcPts val="0"/>
              </a:spcAft>
              <a:buClr>
                <a:schemeClr val="dk1"/>
              </a:buClr>
              <a:buSzPts val="2000"/>
              <a:buChar char="•"/>
              <a:defRPr>
                <a:latin typeface="Calibri"/>
                <a:ea typeface="Calibri"/>
                <a:cs typeface="Calibri"/>
                <a:sym typeface="Calibri"/>
              </a:defRPr>
            </a:lvl3pPr>
            <a:lvl4pPr indent="-342900" lvl="3" marL="1828800" algn="l">
              <a:lnSpc>
                <a:spcPct val="90000"/>
              </a:lnSpc>
              <a:spcBef>
                <a:spcPts val="500"/>
              </a:spcBef>
              <a:spcAft>
                <a:spcPts val="0"/>
              </a:spcAft>
              <a:buClr>
                <a:schemeClr val="dk1"/>
              </a:buClr>
              <a:buSzPts val="1800"/>
              <a:buChar char="•"/>
              <a:defRPr>
                <a:latin typeface="Calibri"/>
                <a:ea typeface="Calibri"/>
                <a:cs typeface="Calibri"/>
                <a:sym typeface="Calibri"/>
              </a:defRPr>
            </a:lvl4pPr>
            <a:lvl5pPr indent="-342900" lvl="4" marL="2286000" algn="l">
              <a:lnSpc>
                <a:spcPct val="90000"/>
              </a:lnSpc>
              <a:spcBef>
                <a:spcPts val="500"/>
              </a:spcBef>
              <a:spcAft>
                <a:spcPts val="0"/>
              </a:spcAft>
              <a:buClr>
                <a:schemeClr val="dk1"/>
              </a:buClr>
              <a:buSzPts val="1800"/>
              <a:buChar char="•"/>
              <a:defRPr>
                <a:latin typeface="Calibri"/>
                <a:ea typeface="Calibri"/>
                <a:cs typeface="Calibri"/>
                <a:sym typeface="Calibri"/>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34" name="Google Shape;134;g13d34d8af64_0_244"/>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35" name="Google Shape;135;g13d34d8af64_0_244"/>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36" name="Google Shape;136;g13d34d8af64_0_244"/>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2">
  <p:cSld name="2_Title and Content 2">
    <p:spTree>
      <p:nvGrpSpPr>
        <p:cNvPr id="137" name="Shape 137"/>
        <p:cNvGrpSpPr/>
        <p:nvPr/>
      </p:nvGrpSpPr>
      <p:grpSpPr>
        <a:xfrm>
          <a:off x="0" y="0"/>
          <a:ext cx="0" cy="0"/>
          <a:chOff x="0" y="0"/>
          <a:chExt cx="0" cy="0"/>
        </a:xfrm>
      </p:grpSpPr>
      <p:sp>
        <p:nvSpPr>
          <p:cNvPr id="138" name="Google Shape;138;g13d34d8af64_0_250"/>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lvl1pPr lvl="0" algn="ctr">
              <a:lnSpc>
                <a:spcPct val="90000"/>
              </a:lnSpc>
              <a:spcBef>
                <a:spcPts val="0"/>
              </a:spcBef>
              <a:spcAft>
                <a:spcPts val="0"/>
              </a:spcAft>
              <a:buClr>
                <a:schemeClr val="dk1"/>
              </a:buClr>
              <a:buSzPts val="2700"/>
              <a:buFont typeface="Helvetica Neue"/>
              <a:buNone/>
              <a:defRPr sz="2700">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39" name="Google Shape;139;g13d34d8af64_0_250"/>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40" name="Google Shape;140;g13d34d8af64_0_250"/>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41" name="Google Shape;141;g13d34d8af64_0_250"/>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142" name="Google Shape;142;g13d34d8af64_0_250"/>
          <p:cNvSpPr txBox="1"/>
          <p:nvPr>
            <p:ph idx="1" type="body"/>
          </p:nvPr>
        </p:nvSpPr>
        <p:spPr>
          <a:xfrm>
            <a:off x="1767839" y="710187"/>
            <a:ext cx="8656500" cy="537600"/>
          </a:xfrm>
          <a:prstGeom prst="rect">
            <a:avLst/>
          </a:prstGeom>
          <a:noFill/>
          <a:ln>
            <a:noFill/>
          </a:ln>
        </p:spPr>
        <p:txBody>
          <a:bodyPr anchorCtr="0" anchor="t" bIns="60925" lIns="121900" spcFirstLastPara="1" rIns="121900" wrap="square" tIns="60925">
            <a:normAutofit/>
          </a:bodyPr>
          <a:lstStyle>
            <a:lvl1pPr indent="-228600" lvl="0" marL="457200" algn="ctr">
              <a:lnSpc>
                <a:spcPct val="90000"/>
              </a:lnSpc>
              <a:spcBef>
                <a:spcPts val="1000"/>
              </a:spcBef>
              <a:spcAft>
                <a:spcPts val="0"/>
              </a:spcAft>
              <a:buClr>
                <a:schemeClr val="dk1"/>
              </a:buClr>
              <a:buSzPts val="1600"/>
              <a:buNone/>
              <a:defRPr sz="1600"/>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Title and sub-title">
    <p:spTree>
      <p:nvGrpSpPr>
        <p:cNvPr id="143" name="Shape 143"/>
        <p:cNvGrpSpPr/>
        <p:nvPr/>
      </p:nvGrpSpPr>
      <p:grpSpPr>
        <a:xfrm>
          <a:off x="0" y="0"/>
          <a:ext cx="0" cy="0"/>
          <a:chOff x="0" y="0"/>
          <a:chExt cx="0" cy="0"/>
        </a:xfrm>
      </p:grpSpPr>
      <p:sp>
        <p:nvSpPr>
          <p:cNvPr id="144" name="Google Shape;144;g13d34d8af64_0_261"/>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lvl1pPr lvl="0" algn="ctr">
              <a:lnSpc>
                <a:spcPct val="90000"/>
              </a:lnSpc>
              <a:spcBef>
                <a:spcPts val="0"/>
              </a:spcBef>
              <a:spcAft>
                <a:spcPts val="0"/>
              </a:spcAft>
              <a:buSzPts val="4400"/>
              <a:buNone/>
              <a:defRPr sz="2700">
                <a:latin typeface="Helvetica Neue"/>
                <a:ea typeface="Helvetica Neue"/>
                <a:cs typeface="Helvetica Neue"/>
                <a:sym typeface="Helvetica Neu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45" name="Google Shape;145;g13d34d8af64_0_261"/>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b="0" i="0">
                <a:latin typeface="Trebuchet MS"/>
                <a:ea typeface="Trebuchet MS"/>
                <a:cs typeface="Trebuchet MS"/>
                <a:sym typeface="Trebuchet MS"/>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46" name="Google Shape;146;g13d34d8af64_0_261"/>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b="0" i="0">
                <a:latin typeface="Trebuchet MS"/>
                <a:ea typeface="Trebuchet MS"/>
                <a:cs typeface="Trebuchet MS"/>
                <a:sym typeface="Trebuchet MS"/>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47" name="Google Shape;147;g13d34d8af64_0_261"/>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148" name="Google Shape;148;g13d34d8af64_0_261"/>
          <p:cNvSpPr txBox="1"/>
          <p:nvPr>
            <p:ph idx="1" type="body"/>
          </p:nvPr>
        </p:nvSpPr>
        <p:spPr>
          <a:xfrm>
            <a:off x="1056069" y="667260"/>
            <a:ext cx="10080000" cy="537600"/>
          </a:xfrm>
          <a:prstGeom prst="rect">
            <a:avLst/>
          </a:prstGeom>
          <a:noFill/>
          <a:ln>
            <a:noFill/>
          </a:ln>
        </p:spPr>
        <p:txBody>
          <a:bodyPr anchorCtr="0" anchor="t" bIns="60925" lIns="121900" spcFirstLastPara="1" rIns="121900" wrap="square" tIns="60925">
            <a:normAutofit/>
          </a:bodyPr>
          <a:lstStyle>
            <a:lvl1pPr indent="-228600" lvl="0" marL="457200" algn="ctr">
              <a:lnSpc>
                <a:spcPct val="90000"/>
              </a:lnSpc>
              <a:spcBef>
                <a:spcPts val="1000"/>
              </a:spcBef>
              <a:spcAft>
                <a:spcPts val="0"/>
              </a:spcAft>
              <a:buSzPts val="2800"/>
              <a:buNone/>
              <a:defRPr sz="1600">
                <a:latin typeface="Arial"/>
                <a:ea typeface="Arial"/>
                <a:cs typeface="Arial"/>
                <a:sym typeface="Arial"/>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Slide" showMasterSp="0">
  <p:cSld name="Section Cover Slide">
    <p:bg>
      <p:bgPr>
        <a:gradFill>
          <a:gsLst>
            <a:gs pos="0">
              <a:srgbClr val="F6FDFC"/>
            </a:gs>
            <a:gs pos="74000">
              <a:srgbClr val="E4F9F7"/>
            </a:gs>
            <a:gs pos="89000">
              <a:srgbClr val="E2F9F6"/>
            </a:gs>
            <a:gs pos="100000">
              <a:srgbClr val="EFFCFA"/>
            </a:gs>
          </a:gsLst>
          <a:lin ang="5400012" scaled="0"/>
        </a:gradFill>
      </p:bgPr>
    </p:bg>
    <p:spTree>
      <p:nvGrpSpPr>
        <p:cNvPr id="149" name="Shape 149"/>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0" name="Shape 150"/>
        <p:cNvGrpSpPr/>
        <p:nvPr/>
      </p:nvGrpSpPr>
      <p:grpSpPr>
        <a:xfrm>
          <a:off x="0" y="0"/>
          <a:ext cx="0" cy="0"/>
          <a:chOff x="0" y="0"/>
          <a:chExt cx="0" cy="0"/>
        </a:xfrm>
      </p:grpSpPr>
      <p:sp>
        <p:nvSpPr>
          <p:cNvPr id="151" name="Google Shape;151;g13d34d8af64_0_268"/>
          <p:cNvSpPr txBox="1"/>
          <p:nvPr>
            <p:ph type="ctrTitle"/>
          </p:nvPr>
        </p:nvSpPr>
        <p:spPr>
          <a:xfrm>
            <a:off x="838200" y="1122363"/>
            <a:ext cx="10515600" cy="2387700"/>
          </a:xfrm>
          <a:prstGeom prst="rect">
            <a:avLst/>
          </a:prstGeom>
          <a:noFill/>
          <a:ln>
            <a:noFill/>
          </a:ln>
        </p:spPr>
        <p:txBody>
          <a:bodyPr anchorCtr="0" anchor="b" bIns="60925" lIns="121900" spcFirstLastPara="1" rIns="121900" wrap="square" tIns="60925">
            <a:normAutofit/>
          </a:bodyPr>
          <a:lstStyle>
            <a:lvl1pPr lvl="0" algn="ctr">
              <a:lnSpc>
                <a:spcPct val="90000"/>
              </a:lnSpc>
              <a:spcBef>
                <a:spcPts val="0"/>
              </a:spcBef>
              <a:spcAft>
                <a:spcPts val="0"/>
              </a:spcAft>
              <a:buClr>
                <a:schemeClr val="dk1"/>
              </a:buClr>
              <a:buSzPts val="6000"/>
              <a:buFont typeface="Calibri"/>
              <a:buNone/>
              <a:defRPr sz="6000">
                <a:latin typeface="Calibri"/>
                <a:ea typeface="Calibri"/>
                <a:cs typeface="Calibri"/>
                <a:sym typeface="Calibri"/>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52" name="Google Shape;152;g13d34d8af64_0_268"/>
          <p:cNvSpPr txBox="1"/>
          <p:nvPr>
            <p:ph idx="1" type="subTitle"/>
          </p:nvPr>
        </p:nvSpPr>
        <p:spPr>
          <a:xfrm>
            <a:off x="838200" y="3602037"/>
            <a:ext cx="10515600" cy="1655700"/>
          </a:xfrm>
          <a:prstGeom prst="rect">
            <a:avLst/>
          </a:prstGeom>
          <a:noFill/>
          <a:ln>
            <a:noFill/>
          </a:ln>
        </p:spPr>
        <p:txBody>
          <a:bodyPr anchorCtr="0" anchor="t" bIns="60925" lIns="121900" spcFirstLastPara="1" rIns="121900" wrap="square" tIns="60925">
            <a:normAutofit/>
          </a:bodyPr>
          <a:lstStyle>
            <a:lvl1pPr lvl="0" algn="ctr">
              <a:lnSpc>
                <a:spcPct val="90000"/>
              </a:lnSpc>
              <a:spcBef>
                <a:spcPts val="1000"/>
              </a:spcBef>
              <a:spcAft>
                <a:spcPts val="0"/>
              </a:spcAft>
              <a:buClr>
                <a:schemeClr val="dk1"/>
              </a:buClr>
              <a:buSzPts val="2400"/>
              <a:buNone/>
              <a:defRPr sz="2400">
                <a:latin typeface="Calibri"/>
                <a:ea typeface="Calibri"/>
                <a:cs typeface="Calibri"/>
                <a:sym typeface="Calibri"/>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3" name="Google Shape;153;g13d34d8af64_0_268"/>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54" name="Google Shape;154;g13d34d8af64_0_268"/>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55" name="Google Shape;155;g13d34d8af64_0_268"/>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6" name="Shape 156"/>
        <p:cNvGrpSpPr/>
        <p:nvPr/>
      </p:nvGrpSpPr>
      <p:grpSpPr>
        <a:xfrm>
          <a:off x="0" y="0"/>
          <a:ext cx="0" cy="0"/>
          <a:chOff x="0" y="0"/>
          <a:chExt cx="0" cy="0"/>
        </a:xfrm>
      </p:grpSpPr>
      <p:sp>
        <p:nvSpPr>
          <p:cNvPr id="157" name="Google Shape;157;g13d34d8af64_0_274"/>
          <p:cNvSpPr txBox="1"/>
          <p:nvPr>
            <p:ph type="title"/>
          </p:nvPr>
        </p:nvSpPr>
        <p:spPr>
          <a:xfrm>
            <a:off x="838200" y="365125"/>
            <a:ext cx="10515600" cy="13257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58" name="Google Shape;158;g13d34d8af64_0_274"/>
          <p:cNvSpPr txBox="1"/>
          <p:nvPr>
            <p:ph idx="1" type="body"/>
          </p:nvPr>
        </p:nvSpPr>
        <p:spPr>
          <a:xfrm>
            <a:off x="838200" y="1825625"/>
            <a:ext cx="10515600" cy="43512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59" name="Google Shape;159;g13d34d8af64_0_274"/>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60" name="Google Shape;160;g13d34d8af64_0_274"/>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61" name="Google Shape;161;g13d34d8af64_0_274"/>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62" name="Shape 162"/>
        <p:cNvGrpSpPr/>
        <p:nvPr/>
      </p:nvGrpSpPr>
      <p:grpSpPr>
        <a:xfrm>
          <a:off x="0" y="0"/>
          <a:ext cx="0" cy="0"/>
          <a:chOff x="0" y="0"/>
          <a:chExt cx="0" cy="0"/>
        </a:xfrm>
      </p:grpSpPr>
      <p:sp>
        <p:nvSpPr>
          <p:cNvPr id="163" name="Google Shape;163;g13d34d8af64_0_280"/>
          <p:cNvSpPr txBox="1"/>
          <p:nvPr>
            <p:ph type="title"/>
          </p:nvPr>
        </p:nvSpPr>
        <p:spPr>
          <a:xfrm>
            <a:off x="838200" y="365125"/>
            <a:ext cx="10515600" cy="13257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64" name="Google Shape;164;g13d34d8af64_0_280"/>
          <p:cNvSpPr txBox="1"/>
          <p:nvPr>
            <p:ph idx="1" type="body"/>
          </p:nvPr>
        </p:nvSpPr>
        <p:spPr>
          <a:xfrm>
            <a:off x="838200" y="1825625"/>
            <a:ext cx="5181600" cy="43512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65" name="Google Shape;165;g13d34d8af64_0_280"/>
          <p:cNvSpPr txBox="1"/>
          <p:nvPr>
            <p:ph idx="2" type="body"/>
          </p:nvPr>
        </p:nvSpPr>
        <p:spPr>
          <a:xfrm>
            <a:off x="6172200" y="1825625"/>
            <a:ext cx="5181600" cy="43512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66" name="Google Shape;166;g13d34d8af64_0_280"/>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67" name="Google Shape;167;g13d34d8af64_0_280"/>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68" name="Google Shape;168;g13d34d8af64_0_280"/>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9" name="Shape 169"/>
        <p:cNvGrpSpPr/>
        <p:nvPr/>
      </p:nvGrpSpPr>
      <p:grpSpPr>
        <a:xfrm>
          <a:off x="0" y="0"/>
          <a:ext cx="0" cy="0"/>
          <a:chOff x="0" y="0"/>
          <a:chExt cx="0" cy="0"/>
        </a:xfrm>
      </p:grpSpPr>
      <p:sp>
        <p:nvSpPr>
          <p:cNvPr id="170" name="Google Shape;170;g13d34d8af64_0_287"/>
          <p:cNvSpPr txBox="1"/>
          <p:nvPr>
            <p:ph type="title"/>
          </p:nvPr>
        </p:nvSpPr>
        <p:spPr>
          <a:xfrm>
            <a:off x="839788" y="365125"/>
            <a:ext cx="10515600" cy="13257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71" name="Google Shape;171;g13d34d8af64_0_287"/>
          <p:cNvSpPr txBox="1"/>
          <p:nvPr>
            <p:ph idx="1" type="body"/>
          </p:nvPr>
        </p:nvSpPr>
        <p:spPr>
          <a:xfrm>
            <a:off x="839789" y="1681163"/>
            <a:ext cx="5157600" cy="824100"/>
          </a:xfrm>
          <a:prstGeom prst="rect">
            <a:avLst/>
          </a:prstGeom>
          <a:noFill/>
          <a:ln>
            <a:noFill/>
          </a:ln>
        </p:spPr>
        <p:txBody>
          <a:bodyPr anchorCtr="0" anchor="b" bIns="60925" lIns="121900" spcFirstLastPara="1" rIns="121900" wrap="square" tIns="60925">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2" name="Google Shape;172;g13d34d8af64_0_287"/>
          <p:cNvSpPr txBox="1"/>
          <p:nvPr>
            <p:ph idx="2" type="body"/>
          </p:nvPr>
        </p:nvSpPr>
        <p:spPr>
          <a:xfrm>
            <a:off x="839789" y="2505075"/>
            <a:ext cx="5157600" cy="36843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73" name="Google Shape;173;g13d34d8af64_0_287"/>
          <p:cNvSpPr txBox="1"/>
          <p:nvPr>
            <p:ph idx="3" type="body"/>
          </p:nvPr>
        </p:nvSpPr>
        <p:spPr>
          <a:xfrm>
            <a:off x="6172200" y="1681163"/>
            <a:ext cx="5183100" cy="824100"/>
          </a:xfrm>
          <a:prstGeom prst="rect">
            <a:avLst/>
          </a:prstGeom>
          <a:noFill/>
          <a:ln>
            <a:noFill/>
          </a:ln>
        </p:spPr>
        <p:txBody>
          <a:bodyPr anchorCtr="0" anchor="b" bIns="60925" lIns="121900" spcFirstLastPara="1" rIns="121900" wrap="square" tIns="60925">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74" name="Google Shape;174;g13d34d8af64_0_287"/>
          <p:cNvSpPr txBox="1"/>
          <p:nvPr>
            <p:ph idx="4" type="body"/>
          </p:nvPr>
        </p:nvSpPr>
        <p:spPr>
          <a:xfrm>
            <a:off x="6172200" y="2505075"/>
            <a:ext cx="5183100" cy="36843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175" name="Google Shape;175;g13d34d8af64_0_287"/>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76" name="Google Shape;176;g13d34d8af64_0_287"/>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77" name="Google Shape;177;g13d34d8af64_0_287"/>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8" name="Shape 178"/>
        <p:cNvGrpSpPr/>
        <p:nvPr/>
      </p:nvGrpSpPr>
      <p:grpSpPr>
        <a:xfrm>
          <a:off x="0" y="0"/>
          <a:ext cx="0" cy="0"/>
          <a:chOff x="0" y="0"/>
          <a:chExt cx="0" cy="0"/>
        </a:xfrm>
      </p:grpSpPr>
      <p:sp>
        <p:nvSpPr>
          <p:cNvPr id="179" name="Google Shape;179;g13d34d8af64_0_296"/>
          <p:cNvSpPr txBox="1"/>
          <p:nvPr>
            <p:ph type="title"/>
          </p:nvPr>
        </p:nvSpPr>
        <p:spPr>
          <a:xfrm>
            <a:off x="838200" y="365125"/>
            <a:ext cx="10515600" cy="13257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0" name="Google Shape;180;g13d34d8af64_0_296"/>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1" name="Google Shape;181;g13d34d8af64_0_296"/>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2" name="Google Shape;182;g13d34d8af64_0_296"/>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3" name="Shape 183"/>
        <p:cNvGrpSpPr/>
        <p:nvPr/>
      </p:nvGrpSpPr>
      <p:grpSpPr>
        <a:xfrm>
          <a:off x="0" y="0"/>
          <a:ext cx="0" cy="0"/>
          <a:chOff x="0" y="0"/>
          <a:chExt cx="0" cy="0"/>
        </a:xfrm>
      </p:grpSpPr>
      <p:sp>
        <p:nvSpPr>
          <p:cNvPr id="184" name="Google Shape;184;g13d34d8af64_0_301"/>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5" name="Google Shape;185;g13d34d8af64_0_301"/>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6" name="Google Shape;186;g13d34d8af64_0_301"/>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7" name="Shape 187"/>
        <p:cNvGrpSpPr/>
        <p:nvPr/>
      </p:nvGrpSpPr>
      <p:grpSpPr>
        <a:xfrm>
          <a:off x="0" y="0"/>
          <a:ext cx="0" cy="0"/>
          <a:chOff x="0" y="0"/>
          <a:chExt cx="0" cy="0"/>
        </a:xfrm>
      </p:grpSpPr>
      <p:sp>
        <p:nvSpPr>
          <p:cNvPr id="188" name="Google Shape;188;g13d34d8af64_0_305"/>
          <p:cNvSpPr txBox="1"/>
          <p:nvPr>
            <p:ph type="title"/>
          </p:nvPr>
        </p:nvSpPr>
        <p:spPr>
          <a:xfrm>
            <a:off x="839788" y="457200"/>
            <a:ext cx="3932400" cy="1600500"/>
          </a:xfrm>
          <a:prstGeom prst="rect">
            <a:avLst/>
          </a:prstGeom>
          <a:noFill/>
          <a:ln>
            <a:noFill/>
          </a:ln>
        </p:spPr>
        <p:txBody>
          <a:bodyPr anchorCtr="0" anchor="b" bIns="60925" lIns="121900" spcFirstLastPara="1" rIns="121900" wrap="square" tIns="60925">
            <a:normAutofit/>
          </a:bodyPr>
          <a:lstStyle>
            <a:lvl1pPr lvl="0" algn="l">
              <a:lnSpc>
                <a:spcPct val="90000"/>
              </a:lnSpc>
              <a:spcBef>
                <a:spcPts val="0"/>
              </a:spcBef>
              <a:spcAft>
                <a:spcPts val="0"/>
              </a:spcAft>
              <a:buClr>
                <a:schemeClr val="dk1"/>
              </a:buClr>
              <a:buSzPts val="3200"/>
              <a:buFont typeface="Trebuchet MS"/>
              <a:buNone/>
              <a:defRPr sz="32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89" name="Google Shape;189;g13d34d8af64_0_305"/>
          <p:cNvSpPr txBox="1"/>
          <p:nvPr>
            <p:ph idx="1" type="body"/>
          </p:nvPr>
        </p:nvSpPr>
        <p:spPr>
          <a:xfrm>
            <a:off x="5183188" y="987425"/>
            <a:ext cx="6172500" cy="4873500"/>
          </a:xfrm>
          <a:prstGeom prst="rect">
            <a:avLst/>
          </a:prstGeom>
          <a:noFill/>
          <a:ln>
            <a:noFill/>
          </a:ln>
        </p:spPr>
        <p:txBody>
          <a:bodyPr anchorCtr="0" anchor="t" bIns="60925" lIns="121900" spcFirstLastPara="1" rIns="121900" wrap="square" tIns="60925">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90" name="Google Shape;190;g13d34d8af64_0_305"/>
          <p:cNvSpPr txBox="1"/>
          <p:nvPr>
            <p:ph idx="2" type="body"/>
          </p:nvPr>
        </p:nvSpPr>
        <p:spPr>
          <a:xfrm>
            <a:off x="839788" y="2057400"/>
            <a:ext cx="3932400" cy="3811500"/>
          </a:xfrm>
          <a:prstGeom prst="rect">
            <a:avLst/>
          </a:prstGeom>
          <a:noFill/>
          <a:ln>
            <a:noFill/>
          </a:ln>
        </p:spPr>
        <p:txBody>
          <a:bodyPr anchorCtr="0" anchor="t" bIns="60925" lIns="121900" spcFirstLastPara="1" rIns="121900" wrap="square" tIns="60925">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1" name="Google Shape;191;g13d34d8af64_0_305"/>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92" name="Google Shape;192;g13d34d8af64_0_305"/>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93" name="Google Shape;193;g13d34d8af64_0_305"/>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4" name="Shape 194"/>
        <p:cNvGrpSpPr/>
        <p:nvPr/>
      </p:nvGrpSpPr>
      <p:grpSpPr>
        <a:xfrm>
          <a:off x="0" y="0"/>
          <a:ext cx="0" cy="0"/>
          <a:chOff x="0" y="0"/>
          <a:chExt cx="0" cy="0"/>
        </a:xfrm>
      </p:grpSpPr>
      <p:sp>
        <p:nvSpPr>
          <p:cNvPr id="195" name="Google Shape;195;g13d34d8af64_0_312"/>
          <p:cNvSpPr txBox="1"/>
          <p:nvPr>
            <p:ph type="title"/>
          </p:nvPr>
        </p:nvSpPr>
        <p:spPr>
          <a:xfrm>
            <a:off x="839788" y="457200"/>
            <a:ext cx="3932400" cy="1600500"/>
          </a:xfrm>
          <a:prstGeom prst="rect">
            <a:avLst/>
          </a:prstGeom>
          <a:noFill/>
          <a:ln>
            <a:noFill/>
          </a:ln>
        </p:spPr>
        <p:txBody>
          <a:bodyPr anchorCtr="0" anchor="b" bIns="60925" lIns="121900" spcFirstLastPara="1" rIns="121900" wrap="square" tIns="60925">
            <a:normAutofit/>
          </a:bodyPr>
          <a:lstStyle>
            <a:lvl1pPr lvl="0" algn="l">
              <a:lnSpc>
                <a:spcPct val="90000"/>
              </a:lnSpc>
              <a:spcBef>
                <a:spcPts val="0"/>
              </a:spcBef>
              <a:spcAft>
                <a:spcPts val="0"/>
              </a:spcAft>
              <a:buClr>
                <a:schemeClr val="dk1"/>
              </a:buClr>
              <a:buSzPts val="3200"/>
              <a:buFont typeface="Trebuchet MS"/>
              <a:buNone/>
              <a:defRPr sz="3200"/>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96" name="Google Shape;196;g13d34d8af64_0_312"/>
          <p:cNvSpPr/>
          <p:nvPr>
            <p:ph idx="2" type="pic"/>
          </p:nvPr>
        </p:nvSpPr>
        <p:spPr>
          <a:xfrm>
            <a:off x="5183188" y="987425"/>
            <a:ext cx="6172500" cy="4873500"/>
          </a:xfrm>
          <a:prstGeom prst="rect">
            <a:avLst/>
          </a:prstGeom>
          <a:noFill/>
          <a:ln>
            <a:noFill/>
          </a:ln>
        </p:spPr>
      </p:sp>
      <p:sp>
        <p:nvSpPr>
          <p:cNvPr id="197" name="Google Shape;197;g13d34d8af64_0_312"/>
          <p:cNvSpPr txBox="1"/>
          <p:nvPr>
            <p:ph idx="1" type="body"/>
          </p:nvPr>
        </p:nvSpPr>
        <p:spPr>
          <a:xfrm>
            <a:off x="839788" y="2057400"/>
            <a:ext cx="3932400" cy="3811500"/>
          </a:xfrm>
          <a:prstGeom prst="rect">
            <a:avLst/>
          </a:prstGeom>
          <a:noFill/>
          <a:ln>
            <a:noFill/>
          </a:ln>
        </p:spPr>
        <p:txBody>
          <a:bodyPr anchorCtr="0" anchor="t" bIns="60925" lIns="121900" spcFirstLastPara="1" rIns="121900" wrap="square" tIns="60925">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8" name="Google Shape;198;g13d34d8af64_0_312"/>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199" name="Google Shape;199;g13d34d8af64_0_312"/>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00" name="Google Shape;200;g13d34d8af64_0_312"/>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1" name="Shape 201"/>
        <p:cNvGrpSpPr/>
        <p:nvPr/>
      </p:nvGrpSpPr>
      <p:grpSpPr>
        <a:xfrm>
          <a:off x="0" y="0"/>
          <a:ext cx="0" cy="0"/>
          <a:chOff x="0" y="0"/>
          <a:chExt cx="0" cy="0"/>
        </a:xfrm>
      </p:grpSpPr>
      <p:sp>
        <p:nvSpPr>
          <p:cNvPr id="202" name="Google Shape;202;g13d34d8af64_0_319"/>
          <p:cNvSpPr txBox="1"/>
          <p:nvPr>
            <p:ph type="title"/>
          </p:nvPr>
        </p:nvSpPr>
        <p:spPr>
          <a:xfrm>
            <a:off x="838200" y="365125"/>
            <a:ext cx="10515600" cy="13257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03" name="Google Shape;203;g13d34d8af64_0_319"/>
          <p:cNvSpPr txBox="1"/>
          <p:nvPr>
            <p:ph idx="1" type="body"/>
          </p:nvPr>
        </p:nvSpPr>
        <p:spPr>
          <a:xfrm rot="5400000">
            <a:off x="3920400" y="-1256575"/>
            <a:ext cx="4351200" cy="105156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204" name="Google Shape;204;g13d34d8af64_0_319"/>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05" name="Google Shape;205;g13d34d8af64_0_319"/>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06" name="Google Shape;206;g13d34d8af64_0_319"/>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7" name="Shape 207"/>
        <p:cNvGrpSpPr/>
        <p:nvPr/>
      </p:nvGrpSpPr>
      <p:grpSpPr>
        <a:xfrm>
          <a:off x="0" y="0"/>
          <a:ext cx="0" cy="0"/>
          <a:chOff x="0" y="0"/>
          <a:chExt cx="0" cy="0"/>
        </a:xfrm>
      </p:grpSpPr>
      <p:sp>
        <p:nvSpPr>
          <p:cNvPr id="208" name="Google Shape;208;g13d34d8af64_0_325"/>
          <p:cNvSpPr txBox="1"/>
          <p:nvPr>
            <p:ph type="title"/>
          </p:nvPr>
        </p:nvSpPr>
        <p:spPr>
          <a:xfrm rot="5400000">
            <a:off x="7133400" y="1956625"/>
            <a:ext cx="5811900" cy="2628900"/>
          </a:xfrm>
          <a:prstGeom prst="rect">
            <a:avLst/>
          </a:prstGeom>
          <a:noFill/>
          <a:ln>
            <a:noFill/>
          </a:ln>
        </p:spPr>
        <p:txBody>
          <a:bodyPr anchorCtr="0" anchor="ctr" bIns="60925" lIns="121900" spcFirstLastPara="1" rIns="121900" wrap="square" tIns="60925">
            <a:normAutofit/>
          </a:bodyPr>
          <a:lstStyle>
            <a:lvl1pPr lvl="0" algn="l">
              <a:lnSpc>
                <a:spcPct val="90000"/>
              </a:lnSpc>
              <a:spcBef>
                <a:spcPts val="0"/>
              </a:spcBef>
              <a:spcAft>
                <a:spcPts val="0"/>
              </a:spcAft>
              <a:buClr>
                <a:schemeClr val="dk1"/>
              </a:buClr>
              <a:buSzPts val="24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09" name="Google Shape;209;g13d34d8af64_0_325"/>
          <p:cNvSpPr txBox="1"/>
          <p:nvPr>
            <p:ph idx="1" type="body"/>
          </p:nvPr>
        </p:nvSpPr>
        <p:spPr>
          <a:xfrm rot="5400000">
            <a:off x="1799400" y="-596075"/>
            <a:ext cx="5811900" cy="7734300"/>
          </a:xfrm>
          <a:prstGeom prst="rect">
            <a:avLst/>
          </a:prstGeom>
          <a:noFill/>
          <a:ln>
            <a:noFill/>
          </a:ln>
        </p:spPr>
        <p:txBody>
          <a:bodyPr anchorCtr="0" anchor="t" bIns="60925" lIns="121900" spcFirstLastPara="1" rIns="121900" wrap="square" tIns="60925">
            <a:normAutofit/>
          </a:bodyPr>
          <a:lstStyle>
            <a:lvl1pPr indent="-381000" lvl="0" marL="457200" algn="l">
              <a:lnSpc>
                <a:spcPct val="90000"/>
              </a:lnSpc>
              <a:spcBef>
                <a:spcPts val="1000"/>
              </a:spcBef>
              <a:spcAft>
                <a:spcPts val="0"/>
              </a:spcAft>
              <a:buClr>
                <a:schemeClr val="dk1"/>
              </a:buClr>
              <a:buSzPts val="2400"/>
              <a:buChar char="•"/>
              <a:defRPr/>
            </a:lvl1pPr>
            <a:lvl2pPr indent="-381000" lvl="1" marL="914400" algn="l">
              <a:lnSpc>
                <a:spcPct val="90000"/>
              </a:lnSpc>
              <a:spcBef>
                <a:spcPts val="500"/>
              </a:spcBef>
              <a:spcAft>
                <a:spcPts val="0"/>
              </a:spcAft>
              <a:buClr>
                <a:schemeClr val="dk1"/>
              </a:buClr>
              <a:buSzPts val="2400"/>
              <a:buChar char="•"/>
              <a:defRPr/>
            </a:lvl2pPr>
            <a:lvl3pPr indent="-381000" lvl="2" marL="1371600" algn="l">
              <a:lnSpc>
                <a:spcPct val="90000"/>
              </a:lnSpc>
              <a:spcBef>
                <a:spcPts val="500"/>
              </a:spcBef>
              <a:spcAft>
                <a:spcPts val="0"/>
              </a:spcAft>
              <a:buClr>
                <a:schemeClr val="dk1"/>
              </a:buClr>
              <a:buSzPts val="2400"/>
              <a:buChar char="•"/>
              <a:defRPr/>
            </a:lvl3pPr>
            <a:lvl4pPr indent="-381000" lvl="3" marL="1828800" algn="l">
              <a:lnSpc>
                <a:spcPct val="90000"/>
              </a:lnSpc>
              <a:spcBef>
                <a:spcPts val="500"/>
              </a:spcBef>
              <a:spcAft>
                <a:spcPts val="0"/>
              </a:spcAft>
              <a:buClr>
                <a:schemeClr val="dk1"/>
              </a:buClr>
              <a:buSzPts val="2400"/>
              <a:buChar char="•"/>
              <a:defRPr/>
            </a:lvl4pPr>
            <a:lvl5pPr indent="-381000" lvl="4" marL="2286000" algn="l">
              <a:lnSpc>
                <a:spcPct val="90000"/>
              </a:lnSpc>
              <a:spcBef>
                <a:spcPts val="500"/>
              </a:spcBef>
              <a:spcAft>
                <a:spcPts val="0"/>
              </a:spcAft>
              <a:buClr>
                <a:schemeClr val="dk1"/>
              </a:buClr>
              <a:buSzPts val="2400"/>
              <a:buChar char="•"/>
              <a:defRPr/>
            </a:lvl5pPr>
            <a:lvl6pPr indent="-381000" lvl="5" marL="2743200" algn="l">
              <a:lnSpc>
                <a:spcPct val="90000"/>
              </a:lnSpc>
              <a:spcBef>
                <a:spcPts val="500"/>
              </a:spcBef>
              <a:spcAft>
                <a:spcPts val="0"/>
              </a:spcAft>
              <a:buClr>
                <a:schemeClr val="dk1"/>
              </a:buClr>
              <a:buSzPts val="2400"/>
              <a:buChar char="•"/>
              <a:defRPr/>
            </a:lvl6pPr>
            <a:lvl7pPr indent="-381000" lvl="6" marL="3200400" algn="l">
              <a:lnSpc>
                <a:spcPct val="90000"/>
              </a:lnSpc>
              <a:spcBef>
                <a:spcPts val="500"/>
              </a:spcBef>
              <a:spcAft>
                <a:spcPts val="0"/>
              </a:spcAft>
              <a:buClr>
                <a:schemeClr val="dk1"/>
              </a:buClr>
              <a:buSzPts val="2400"/>
              <a:buChar char="•"/>
              <a:defRPr/>
            </a:lvl7pPr>
            <a:lvl8pPr indent="-381000" lvl="7" marL="3657600" algn="l">
              <a:lnSpc>
                <a:spcPct val="90000"/>
              </a:lnSpc>
              <a:spcBef>
                <a:spcPts val="500"/>
              </a:spcBef>
              <a:spcAft>
                <a:spcPts val="0"/>
              </a:spcAft>
              <a:buClr>
                <a:schemeClr val="dk1"/>
              </a:buClr>
              <a:buSzPts val="2400"/>
              <a:buChar char="•"/>
              <a:defRPr/>
            </a:lvl8pPr>
            <a:lvl9pPr indent="-381000" lvl="8" marL="4114800" algn="l">
              <a:lnSpc>
                <a:spcPct val="90000"/>
              </a:lnSpc>
              <a:spcBef>
                <a:spcPts val="500"/>
              </a:spcBef>
              <a:spcAft>
                <a:spcPts val="0"/>
              </a:spcAft>
              <a:buClr>
                <a:schemeClr val="dk1"/>
              </a:buClr>
              <a:buSzPts val="2400"/>
              <a:buChar char="•"/>
              <a:defRPr/>
            </a:lvl9pPr>
          </a:lstStyle>
          <a:p/>
        </p:txBody>
      </p:sp>
      <p:sp>
        <p:nvSpPr>
          <p:cNvPr id="210" name="Google Shape;210;g13d34d8af64_0_325"/>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algn="l">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11" name="Google Shape;211;g13d34d8af64_0_325"/>
          <p:cNvSpPr txBox="1"/>
          <p:nvPr>
            <p:ph idx="11" type="ftr"/>
          </p:nvPr>
        </p:nvSpPr>
        <p:spPr>
          <a:xfrm>
            <a:off x="4038600" y="6356351"/>
            <a:ext cx="4114800" cy="365100"/>
          </a:xfrm>
          <a:prstGeom prst="rect">
            <a:avLst/>
          </a:prstGeom>
          <a:noFill/>
          <a:ln>
            <a:noFill/>
          </a:ln>
        </p:spPr>
        <p:txBody>
          <a:bodyPr anchorCtr="0" anchor="ctr" bIns="60925" lIns="121900" spcFirstLastPara="1" rIns="121900" wrap="square" tIns="60925">
            <a:noAutofit/>
          </a:bodyPr>
          <a:lstStyle>
            <a:lvl1pPr lvl="0" algn="ctr">
              <a:lnSpc>
                <a:spcPct val="100000"/>
              </a:lnSpc>
              <a:spcBef>
                <a:spcPts val="0"/>
              </a:spcBef>
              <a:spcAft>
                <a:spcPts val="0"/>
              </a:spcAft>
              <a:buSzPts val="1900"/>
              <a:buNone/>
              <a:defRPr/>
            </a:lvl1pPr>
            <a:lvl2pPr lvl="1" algn="l">
              <a:lnSpc>
                <a:spcPct val="100000"/>
              </a:lnSpc>
              <a:spcBef>
                <a:spcPts val="0"/>
              </a:spcBef>
              <a:spcAft>
                <a:spcPts val="0"/>
              </a:spcAft>
              <a:buSzPts val="1900"/>
              <a:buNone/>
              <a:defRPr/>
            </a:lvl2pPr>
            <a:lvl3pPr lvl="2" algn="l">
              <a:lnSpc>
                <a:spcPct val="100000"/>
              </a:lnSpc>
              <a:spcBef>
                <a:spcPts val="0"/>
              </a:spcBef>
              <a:spcAft>
                <a:spcPts val="0"/>
              </a:spcAft>
              <a:buSzPts val="1900"/>
              <a:buNone/>
              <a:defRPr/>
            </a:lvl3pPr>
            <a:lvl4pPr lvl="3" algn="l">
              <a:lnSpc>
                <a:spcPct val="100000"/>
              </a:lnSpc>
              <a:spcBef>
                <a:spcPts val="0"/>
              </a:spcBef>
              <a:spcAft>
                <a:spcPts val="0"/>
              </a:spcAft>
              <a:buSzPts val="1900"/>
              <a:buNone/>
              <a:defRPr/>
            </a:lvl4pPr>
            <a:lvl5pPr lvl="4" algn="l">
              <a:lnSpc>
                <a:spcPct val="100000"/>
              </a:lnSpc>
              <a:spcBef>
                <a:spcPts val="0"/>
              </a:spcBef>
              <a:spcAft>
                <a:spcPts val="0"/>
              </a:spcAft>
              <a:buSzPts val="1900"/>
              <a:buNone/>
              <a:defRPr/>
            </a:lvl5pPr>
            <a:lvl6pPr lvl="5" algn="l">
              <a:lnSpc>
                <a:spcPct val="100000"/>
              </a:lnSpc>
              <a:spcBef>
                <a:spcPts val="0"/>
              </a:spcBef>
              <a:spcAft>
                <a:spcPts val="0"/>
              </a:spcAft>
              <a:buSzPts val="1900"/>
              <a:buNone/>
              <a:defRPr/>
            </a:lvl6pPr>
            <a:lvl7pPr lvl="6" algn="l">
              <a:lnSpc>
                <a:spcPct val="100000"/>
              </a:lnSpc>
              <a:spcBef>
                <a:spcPts val="0"/>
              </a:spcBef>
              <a:spcAft>
                <a:spcPts val="0"/>
              </a:spcAft>
              <a:buSzPts val="1900"/>
              <a:buNone/>
              <a:defRPr/>
            </a:lvl7pPr>
            <a:lvl8pPr lvl="7" algn="l">
              <a:lnSpc>
                <a:spcPct val="100000"/>
              </a:lnSpc>
              <a:spcBef>
                <a:spcPts val="0"/>
              </a:spcBef>
              <a:spcAft>
                <a:spcPts val="0"/>
              </a:spcAft>
              <a:buSzPts val="1900"/>
              <a:buNone/>
              <a:defRPr/>
            </a:lvl8pPr>
            <a:lvl9pPr lvl="8" algn="l">
              <a:lnSpc>
                <a:spcPct val="100000"/>
              </a:lnSpc>
              <a:spcBef>
                <a:spcPts val="0"/>
              </a:spcBef>
              <a:spcAft>
                <a:spcPts val="0"/>
              </a:spcAft>
              <a:buSzPts val="1900"/>
              <a:buNone/>
              <a:defRPr/>
            </a:lvl9pPr>
          </a:lstStyle>
          <a:p/>
        </p:txBody>
      </p:sp>
      <p:sp>
        <p:nvSpPr>
          <p:cNvPr id="212" name="Google Shape;212;g13d34d8af64_0_325"/>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3.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image" Target="../media/image1.png"/><Relationship Id="rId2" Type="http://schemas.openxmlformats.org/officeDocument/2006/relationships/image" Target="../media/image6.jpg"/><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theme" Target="../theme/theme1.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6FDFC"/>
            </a:gs>
            <a:gs pos="52000">
              <a:srgbClr val="E4F9F7">
                <a:alpha val="56470"/>
              </a:srgbClr>
            </a:gs>
            <a:gs pos="70000">
              <a:srgbClr val="E2F9F6">
                <a:alpha val="60000"/>
              </a:srgbClr>
            </a:gs>
            <a:gs pos="89000">
              <a:srgbClr val="FFFFFF"/>
            </a:gs>
            <a:gs pos="100000">
              <a:srgbClr val="FFFFFF"/>
            </a:gs>
          </a:gsLst>
          <a:lin ang="5400012" scaled="0"/>
        </a:gradFill>
      </p:bgPr>
    </p:bg>
    <p:spTree>
      <p:nvGrpSpPr>
        <p:cNvPr id="116" name="Shape 116"/>
        <p:cNvGrpSpPr/>
        <p:nvPr/>
      </p:nvGrpSpPr>
      <p:grpSpPr>
        <a:xfrm>
          <a:off x="0" y="0"/>
          <a:ext cx="0" cy="0"/>
          <a:chOff x="0" y="0"/>
          <a:chExt cx="0" cy="0"/>
        </a:xfrm>
      </p:grpSpPr>
      <p:sp>
        <p:nvSpPr>
          <p:cNvPr id="117" name="Google Shape;117;g13d34d8af64_0_234"/>
          <p:cNvSpPr txBox="1"/>
          <p:nvPr>
            <p:ph type="title"/>
          </p:nvPr>
        </p:nvSpPr>
        <p:spPr>
          <a:xfrm>
            <a:off x="838200" y="365125"/>
            <a:ext cx="10515600" cy="1325700"/>
          </a:xfrm>
          <a:prstGeom prst="rect">
            <a:avLst/>
          </a:prstGeom>
          <a:noFill/>
          <a:ln>
            <a:noFill/>
          </a:ln>
        </p:spPr>
        <p:txBody>
          <a:bodyPr anchorCtr="0" anchor="ctr" bIns="60925" lIns="121900" spcFirstLastPara="1" rIns="121900" wrap="square" tIns="60925">
            <a:normAutofit/>
          </a:bodyPr>
          <a:lstStyle>
            <a:lvl1pPr lvl="0" marR="0" rtl="0" algn="l">
              <a:lnSpc>
                <a:spcPct val="90000"/>
              </a:lnSpc>
              <a:spcBef>
                <a:spcPts val="0"/>
              </a:spcBef>
              <a:spcAft>
                <a:spcPts val="0"/>
              </a:spcAft>
              <a:buClr>
                <a:schemeClr val="dk1"/>
              </a:buClr>
              <a:buSzPts val="4400"/>
              <a:buFont typeface="Trebuchet MS"/>
              <a:buNone/>
              <a:defRPr b="0" i="0" sz="4400" u="none" cap="none" strike="noStrik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9pPr>
          </a:lstStyle>
          <a:p/>
        </p:txBody>
      </p:sp>
      <p:sp>
        <p:nvSpPr>
          <p:cNvPr id="118" name="Google Shape;118;g13d34d8af64_0_234"/>
          <p:cNvSpPr txBox="1"/>
          <p:nvPr>
            <p:ph idx="1" type="body"/>
          </p:nvPr>
        </p:nvSpPr>
        <p:spPr>
          <a:xfrm>
            <a:off x="838200" y="1825625"/>
            <a:ext cx="10515600" cy="4351200"/>
          </a:xfrm>
          <a:prstGeom prst="rect">
            <a:avLst/>
          </a:prstGeom>
          <a:noFill/>
          <a:ln>
            <a:noFill/>
          </a:ln>
        </p:spPr>
        <p:txBody>
          <a:bodyPr anchorCtr="0" anchor="t" bIns="60925" lIns="121900" spcFirstLastPara="1" rIns="121900" wrap="square" tIns="60925">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rebuchet MS"/>
                <a:ea typeface="Trebuchet MS"/>
                <a:cs typeface="Trebuchet MS"/>
                <a:sym typeface="Trebuchet M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rebuchet MS"/>
                <a:ea typeface="Trebuchet MS"/>
                <a:cs typeface="Trebuchet MS"/>
                <a:sym typeface="Trebuchet M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rebuchet MS"/>
                <a:ea typeface="Trebuchet MS"/>
                <a:cs typeface="Trebuchet MS"/>
                <a:sym typeface="Trebuchet M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rebuchet MS"/>
                <a:ea typeface="Trebuchet MS"/>
                <a:cs typeface="Trebuchet MS"/>
                <a:sym typeface="Trebuchet MS"/>
              </a:defRPr>
            </a:lvl9pPr>
          </a:lstStyle>
          <a:p/>
        </p:txBody>
      </p:sp>
      <p:sp>
        <p:nvSpPr>
          <p:cNvPr id="119" name="Google Shape;119;g13d34d8af64_0_234"/>
          <p:cNvSpPr txBox="1"/>
          <p:nvPr>
            <p:ph idx="10" type="dt"/>
          </p:nvPr>
        </p:nvSpPr>
        <p:spPr>
          <a:xfrm>
            <a:off x="838200" y="6356351"/>
            <a:ext cx="2743200" cy="365100"/>
          </a:xfrm>
          <a:prstGeom prst="rect">
            <a:avLst/>
          </a:prstGeom>
          <a:noFill/>
          <a:ln>
            <a:noFill/>
          </a:ln>
        </p:spPr>
        <p:txBody>
          <a:bodyPr anchorCtr="0" anchor="ctr" bIns="60925" lIns="121900" spcFirstLastPara="1" rIns="121900" wrap="square" tIns="60925">
            <a:noAutofit/>
          </a:bodyPr>
          <a:lstStyle>
            <a:lvl1pPr lvl="0" marR="0" rtl="0" algn="l">
              <a:lnSpc>
                <a:spcPct val="100000"/>
              </a:lnSpc>
              <a:spcBef>
                <a:spcPts val="0"/>
              </a:spcBef>
              <a:spcAft>
                <a:spcPts val="0"/>
              </a:spcAft>
              <a:buClr>
                <a:srgbClr val="000000"/>
              </a:buClr>
              <a:buSzPts val="1900"/>
              <a:buFont typeface="Arial"/>
              <a:buNone/>
              <a:defRPr b="0" i="0" sz="1200" u="none" cap="none" strike="noStrike">
                <a:solidFill>
                  <a:srgbClr val="88888E"/>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9pPr>
          </a:lstStyle>
          <a:p/>
        </p:txBody>
      </p:sp>
      <p:sp>
        <p:nvSpPr>
          <p:cNvPr id="120" name="Google Shape;120;g13d34d8af64_0_234"/>
          <p:cNvSpPr txBox="1"/>
          <p:nvPr>
            <p:ph idx="12" type="sldNum"/>
          </p:nvPr>
        </p:nvSpPr>
        <p:spPr>
          <a:xfrm>
            <a:off x="8610600" y="6356351"/>
            <a:ext cx="2743200" cy="365100"/>
          </a:xfrm>
          <a:prstGeom prst="rect">
            <a:avLst/>
          </a:prstGeom>
          <a:noFill/>
          <a:ln>
            <a:noFill/>
          </a:ln>
        </p:spPr>
        <p:txBody>
          <a:bodyPr anchorCtr="0" anchor="ctr" bIns="60925" lIns="121900" spcFirstLastPara="1" rIns="121900" wrap="square" tIns="60925">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E"/>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pic>
        <p:nvPicPr>
          <p:cNvPr descr="A picture containing text, outdoor, sign&#10;&#10;Description automatically generated" id="121" name="Google Shape;121;g13d34d8af64_0_234"/>
          <p:cNvPicPr preferRelativeResize="0"/>
          <p:nvPr/>
        </p:nvPicPr>
        <p:blipFill rotWithShape="1">
          <a:blip r:embed="rId1">
            <a:alphaModFix/>
          </a:blip>
          <a:srcRect b="0" l="0" r="0" t="0"/>
          <a:stretch/>
        </p:blipFill>
        <p:spPr>
          <a:xfrm>
            <a:off x="111147" y="94027"/>
            <a:ext cx="1432058" cy="375159"/>
          </a:xfrm>
          <a:prstGeom prst="rect">
            <a:avLst/>
          </a:prstGeom>
          <a:noFill/>
          <a:ln>
            <a:noFill/>
          </a:ln>
        </p:spPr>
      </p:pic>
      <p:sp>
        <p:nvSpPr>
          <p:cNvPr id="122" name="Google Shape;122;g13d34d8af64_0_234"/>
          <p:cNvSpPr txBox="1"/>
          <p:nvPr>
            <p:ph idx="11" type="ftr"/>
          </p:nvPr>
        </p:nvSpPr>
        <p:spPr>
          <a:xfrm>
            <a:off x="4038600" y="6356351"/>
            <a:ext cx="4114800" cy="366000"/>
          </a:xfrm>
          <a:prstGeom prst="rect">
            <a:avLst/>
          </a:prstGeom>
          <a:noFill/>
          <a:ln>
            <a:noFill/>
          </a:ln>
        </p:spPr>
        <p:txBody>
          <a:bodyPr anchorCtr="0" anchor="ctr" bIns="60925" lIns="121900" spcFirstLastPara="1" rIns="121900" wrap="square" tIns="60925">
            <a:noAutofit/>
          </a:bodyPr>
          <a:lstStyle>
            <a:lvl1pPr lvl="0" marR="0" rtl="0" algn="ctr">
              <a:lnSpc>
                <a:spcPct val="100000"/>
              </a:lnSpc>
              <a:spcBef>
                <a:spcPts val="0"/>
              </a:spcBef>
              <a:spcAft>
                <a:spcPts val="0"/>
              </a:spcAft>
              <a:buClr>
                <a:srgbClr val="000000"/>
              </a:buClr>
              <a:buSzPts val="1900"/>
              <a:buFont typeface="Arial"/>
              <a:buNone/>
              <a:defRPr b="0" i="0" sz="1600" u="none" cap="none" strike="noStrike">
                <a:solidFill>
                  <a:srgbClr val="88888E"/>
                </a:solidFill>
                <a:latin typeface="Trebuchet MS"/>
                <a:ea typeface="Trebuchet MS"/>
                <a:cs typeface="Trebuchet MS"/>
                <a:sym typeface="Trebuchet MS"/>
              </a:defRPr>
            </a:lvl1pPr>
            <a:lvl2pPr lvl="1"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Clr>
                <a:srgbClr val="000000"/>
              </a:buClr>
              <a:buSzPts val="1900"/>
              <a:buFont typeface="Arial"/>
              <a:buNone/>
              <a:defRPr b="0" i="0" sz="2400" u="none" cap="none" strike="noStrike">
                <a:solidFill>
                  <a:schemeClr val="dk1"/>
                </a:solidFill>
                <a:latin typeface="Trebuchet MS"/>
                <a:ea typeface="Trebuchet MS"/>
                <a:cs typeface="Trebuchet MS"/>
                <a:sym typeface="Trebuchet MS"/>
              </a:defRPr>
            </a:lvl9pPr>
          </a:lstStyle>
          <a:p/>
        </p:txBody>
      </p:sp>
      <p:pic>
        <p:nvPicPr>
          <p:cNvPr id="123" name="Google Shape;123;g13d34d8af64_0_234"/>
          <p:cNvPicPr preferRelativeResize="0"/>
          <p:nvPr/>
        </p:nvPicPr>
        <p:blipFill rotWithShape="1">
          <a:blip r:embed="rId2">
            <a:alphaModFix/>
          </a:blip>
          <a:srcRect b="0" l="906" r="452" t="0"/>
          <a:stretch/>
        </p:blipFill>
        <p:spPr>
          <a:xfrm>
            <a:off x="-4940" y="6331904"/>
            <a:ext cx="12202771" cy="54302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13d34d8af64_0_331"/>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2700"/>
              <a:buFont typeface="Helvetica Neue"/>
              <a:buNone/>
            </a:pPr>
            <a:r>
              <a:rPr lang="en-US">
                <a:latin typeface="Calibri"/>
                <a:ea typeface="Calibri"/>
                <a:cs typeface="Calibri"/>
                <a:sym typeface="Calibri"/>
              </a:rPr>
              <a:t>Agenda</a:t>
            </a:r>
            <a:endParaRPr>
              <a:latin typeface="Calibri"/>
              <a:ea typeface="Calibri"/>
              <a:cs typeface="Calibri"/>
              <a:sym typeface="Calibri"/>
            </a:endParaRPr>
          </a:p>
        </p:txBody>
      </p:sp>
      <p:sp>
        <p:nvSpPr>
          <p:cNvPr id="222" name="Google Shape;222;g13d34d8af64_0_331"/>
          <p:cNvSpPr txBox="1"/>
          <p:nvPr/>
        </p:nvSpPr>
        <p:spPr>
          <a:xfrm>
            <a:off x="622475" y="1630300"/>
            <a:ext cx="7720500" cy="27705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5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What is MPS</a:t>
            </a:r>
            <a:endParaRPr b="0" i="0" sz="2400" u="none" cap="none" strike="noStrike">
              <a:solidFill>
                <a:srgbClr val="000000"/>
              </a:solidFill>
              <a:latin typeface="Calibri"/>
              <a:ea typeface="Calibri"/>
              <a:cs typeface="Calibri"/>
              <a:sym typeface="Calibri"/>
            </a:endParaRPr>
          </a:p>
          <a:p>
            <a:pPr indent="-381000" lvl="0" marL="457200" marR="0" rtl="0" algn="l">
              <a:lnSpc>
                <a:spcPct val="15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Secure Sharing Flow</a:t>
            </a:r>
            <a:endParaRPr b="0" i="0" sz="2400" u="none" cap="none" strike="noStrike">
              <a:solidFill>
                <a:srgbClr val="000000"/>
              </a:solidFill>
              <a:latin typeface="Calibri"/>
              <a:ea typeface="Calibri"/>
              <a:cs typeface="Calibri"/>
              <a:sym typeface="Calibri"/>
            </a:endParaRPr>
          </a:p>
          <a:p>
            <a:pPr indent="-381000" lvl="0" marL="457200" marR="0" rtl="0" algn="l">
              <a:lnSpc>
                <a:spcPct val="150000"/>
              </a:lnSpc>
              <a:spcBef>
                <a:spcPts val="0"/>
              </a:spcBef>
              <a:spcAft>
                <a:spcPts val="0"/>
              </a:spcAft>
              <a:buClr>
                <a:srgbClr val="000000"/>
              </a:buClr>
              <a:buSzPts val="2400"/>
              <a:buFont typeface="Arial"/>
              <a:buChar char="●"/>
            </a:pPr>
            <a:r>
              <a:rPr lang="en-US" sz="2400">
                <a:latin typeface="Calibri"/>
                <a:ea typeface="Calibri"/>
                <a:cs typeface="Calibri"/>
                <a:sym typeface="Calibri"/>
              </a:rPr>
              <a:t>Implementation Process</a:t>
            </a:r>
            <a:endParaRPr sz="2400">
              <a:latin typeface="Calibri"/>
              <a:ea typeface="Calibri"/>
              <a:cs typeface="Calibri"/>
              <a:sym typeface="Calibri"/>
            </a:endParaRPr>
          </a:p>
          <a:p>
            <a:pPr indent="-381000" lvl="0" marL="457200" marR="0" rtl="0" algn="l">
              <a:lnSpc>
                <a:spcPct val="150000"/>
              </a:lnSpc>
              <a:spcBef>
                <a:spcPts val="0"/>
              </a:spcBef>
              <a:spcAft>
                <a:spcPts val="0"/>
              </a:spcAft>
              <a:buSzPts val="2400"/>
              <a:buFont typeface="Calibri"/>
              <a:buChar char="●"/>
            </a:pPr>
            <a:r>
              <a:rPr lang="en-US" sz="2400">
                <a:latin typeface="Calibri"/>
                <a:ea typeface="Calibri"/>
                <a:cs typeface="Calibri"/>
                <a:sym typeface="Calibri"/>
              </a:rPr>
              <a:t>Conversation Topics</a:t>
            </a:r>
            <a:endParaRPr sz="2400">
              <a:latin typeface="Calibri"/>
              <a:ea typeface="Calibri"/>
              <a:cs typeface="Calibri"/>
              <a:sym typeface="Calibri"/>
            </a:endParaRPr>
          </a:p>
          <a:p>
            <a:pPr indent="-381000" lvl="0" marL="457200" marR="0" rtl="0" algn="l">
              <a:lnSpc>
                <a:spcPct val="150000"/>
              </a:lnSpc>
              <a:spcBef>
                <a:spcPts val="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Q&amp;A</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1432891a9b6_0_0"/>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2700"/>
              <a:buFont typeface="Helvetica Neue"/>
              <a:buNone/>
            </a:pPr>
            <a:r>
              <a:rPr lang="en-US">
                <a:latin typeface="Calibri"/>
                <a:ea typeface="Calibri"/>
                <a:cs typeface="Calibri"/>
                <a:sym typeface="Calibri"/>
              </a:rPr>
              <a:t>What is MPS</a:t>
            </a:r>
            <a:endParaRPr>
              <a:latin typeface="Calibri"/>
              <a:ea typeface="Calibri"/>
              <a:cs typeface="Calibri"/>
              <a:sym typeface="Calibri"/>
            </a:endParaRPr>
          </a:p>
        </p:txBody>
      </p:sp>
      <p:sp>
        <p:nvSpPr>
          <p:cNvPr id="228" name="Google Shape;228;g1432891a9b6_0_0"/>
          <p:cNvSpPr txBox="1"/>
          <p:nvPr/>
        </p:nvSpPr>
        <p:spPr>
          <a:xfrm>
            <a:off x="274175" y="1630300"/>
            <a:ext cx="113238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2000"/>
              <a:buFont typeface="Arial"/>
              <a:buNone/>
            </a:pPr>
            <a:r>
              <a:rPr lang="en-US" sz="2000">
                <a:latin typeface="Calibri"/>
                <a:ea typeface="Calibri"/>
                <a:cs typeface="Calibri"/>
                <a:sym typeface="Calibri"/>
              </a:rPr>
              <a:t>MPS (Mail Protection Service) enables secure collaboration with minimal or no user intervention. It integrates with Mail and DLP servers to secure emails and contained attachments according to predefined organizational policies.</a:t>
            </a:r>
            <a:endParaRPr b="0" i="0" sz="2000" u="none" cap="none" strike="noStrike">
              <a:solidFill>
                <a:srgbClr val="98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1432891a9b6_0_10"/>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2700"/>
              <a:buFont typeface="Helvetica Neue"/>
              <a:buNone/>
            </a:pPr>
            <a:r>
              <a:rPr lang="en-US">
                <a:latin typeface="Calibri"/>
                <a:ea typeface="Calibri"/>
                <a:cs typeface="Calibri"/>
                <a:sym typeface="Calibri"/>
                <a:extLst>
                  <a:ext uri="http://customooxmlschemas.google.com/">
                    <go:slidesCustomData xmlns:go="http://customooxmlschemas.google.com/" textRoundtripDataId="0"/>
                  </a:ext>
                </a:extLst>
              </a:rPr>
              <a:t>Secure Sharing Flow</a:t>
            </a:r>
            <a:endParaRPr>
              <a:latin typeface="Calibri"/>
              <a:ea typeface="Calibri"/>
              <a:cs typeface="Calibri"/>
              <a:sym typeface="Calibri"/>
            </a:endParaRPr>
          </a:p>
        </p:txBody>
      </p:sp>
      <p:pic>
        <p:nvPicPr>
          <p:cNvPr id="234" name="Google Shape;234;g1432891a9b6_0_10"/>
          <p:cNvPicPr preferRelativeResize="0"/>
          <p:nvPr/>
        </p:nvPicPr>
        <p:blipFill>
          <a:blip r:embed="rId3">
            <a:alphaModFix/>
          </a:blip>
          <a:stretch>
            <a:fillRect/>
          </a:stretch>
        </p:blipFill>
        <p:spPr>
          <a:xfrm>
            <a:off x="152400" y="862517"/>
            <a:ext cx="11887201" cy="4695677"/>
          </a:xfrm>
          <a:prstGeom prst="rect">
            <a:avLst/>
          </a:prstGeom>
          <a:noFill/>
          <a:ln>
            <a:noFill/>
          </a:ln>
        </p:spPr>
      </p:pic>
      <p:sp>
        <p:nvSpPr>
          <p:cNvPr id="235" name="Google Shape;235;g1432891a9b6_0_10"/>
          <p:cNvSpPr/>
          <p:nvPr/>
        </p:nvSpPr>
        <p:spPr>
          <a:xfrm>
            <a:off x="449700" y="3828750"/>
            <a:ext cx="537000" cy="131100"/>
          </a:xfrm>
          <a:prstGeom prst="rect">
            <a:avLst/>
          </a:prstGeom>
          <a:solidFill>
            <a:srgbClr val="F1FC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36" name="Google Shape;236;g1432891a9b6_0_10"/>
          <p:cNvSpPr/>
          <p:nvPr/>
        </p:nvSpPr>
        <p:spPr>
          <a:xfrm>
            <a:off x="620825" y="5149125"/>
            <a:ext cx="537000" cy="240300"/>
          </a:xfrm>
          <a:prstGeom prst="rect">
            <a:avLst/>
          </a:prstGeom>
          <a:solidFill>
            <a:srgbClr val="F1FCF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US" sz="800">
                <a:latin typeface="Trebuchet MS"/>
                <a:ea typeface="Trebuchet MS"/>
                <a:cs typeface="Trebuchet MS"/>
                <a:sym typeface="Trebuchet MS"/>
              </a:rPr>
              <a:t>Storage</a:t>
            </a:r>
            <a:endParaRPr sz="800">
              <a:latin typeface="Trebuchet MS"/>
              <a:ea typeface="Trebuchet MS"/>
              <a:cs typeface="Trebuchet MS"/>
              <a:sym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14227af8690_6_0"/>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p>
            <a:pPr indent="0" lvl="0" marL="0" rtl="0" algn="ctr">
              <a:lnSpc>
                <a:spcPct val="90000"/>
              </a:lnSpc>
              <a:spcBef>
                <a:spcPts val="0"/>
              </a:spcBef>
              <a:spcAft>
                <a:spcPts val="0"/>
              </a:spcAft>
              <a:buClr>
                <a:schemeClr val="dk1"/>
              </a:buClr>
              <a:buSzPts val="2700"/>
              <a:buFont typeface="Helvetica Neue"/>
              <a:buNone/>
            </a:pPr>
            <a:r>
              <a:rPr lang="en-US">
                <a:latin typeface="Calibri"/>
                <a:ea typeface="Calibri"/>
                <a:cs typeface="Calibri"/>
                <a:sym typeface="Calibri"/>
                <a:extLst>
                  <a:ext uri="http://customooxmlschemas.google.com/">
                    <go:slidesCustomData xmlns:go="http://customooxmlschemas.google.com/" textRoundtripDataId="1"/>
                  </a:ext>
                </a:extLst>
              </a:rPr>
              <a:t>Implementation Process</a:t>
            </a:r>
            <a:endParaRPr>
              <a:latin typeface="Calibri"/>
              <a:ea typeface="Calibri"/>
              <a:cs typeface="Calibri"/>
              <a:sym typeface="Calibri"/>
            </a:endParaRPr>
          </a:p>
        </p:txBody>
      </p:sp>
      <p:grpSp>
        <p:nvGrpSpPr>
          <p:cNvPr id="242" name="Google Shape;242;g14227af8690_6_0"/>
          <p:cNvGrpSpPr/>
          <p:nvPr/>
        </p:nvGrpSpPr>
        <p:grpSpPr>
          <a:xfrm>
            <a:off x="6011056" y="2097699"/>
            <a:ext cx="2446472" cy="3086851"/>
            <a:chOff x="1083025" y="1574025"/>
            <a:chExt cx="1834900" cy="2315196"/>
          </a:xfrm>
        </p:grpSpPr>
        <p:sp>
          <p:nvSpPr>
            <p:cNvPr id="243" name="Google Shape;243;g14227af8690_6_0"/>
            <p:cNvSpPr txBox="1"/>
            <p:nvPr/>
          </p:nvSpPr>
          <p:spPr>
            <a:xfrm>
              <a:off x="1604274" y="1574025"/>
              <a:ext cx="624300" cy="2412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2100"/>
                </a:spcAft>
                <a:buNone/>
              </a:pPr>
              <a:r>
                <a:t/>
              </a:r>
              <a:endParaRPr sz="1100">
                <a:solidFill>
                  <a:srgbClr val="858585"/>
                </a:solidFill>
                <a:latin typeface="Roboto"/>
                <a:ea typeface="Roboto"/>
                <a:cs typeface="Roboto"/>
                <a:sym typeface="Roboto"/>
              </a:endParaRPr>
            </a:p>
          </p:txBody>
        </p:sp>
        <p:sp>
          <p:nvSpPr>
            <p:cNvPr id="244" name="Google Shape;244;g14227af8690_6_0"/>
            <p:cNvSpPr txBox="1"/>
            <p:nvPr/>
          </p:nvSpPr>
          <p:spPr>
            <a:xfrm>
              <a:off x="1235825" y="2695025"/>
              <a:ext cx="1505100" cy="446400"/>
            </a:xfrm>
            <a:prstGeom prst="rect">
              <a:avLst/>
            </a:prstGeom>
            <a:noFill/>
            <a:ln>
              <a:noFill/>
            </a:ln>
          </p:spPr>
          <p:txBody>
            <a:bodyPr anchorCtr="0" anchor="b" bIns="121900" lIns="121900" spcFirstLastPara="1" rIns="121900" wrap="square" tIns="121900">
              <a:noAutofit/>
            </a:bodyPr>
            <a:lstStyle/>
            <a:p>
              <a:pPr indent="0" lvl="0" marL="0" rtl="0" algn="l">
                <a:lnSpc>
                  <a:spcPct val="115000"/>
                </a:lnSpc>
                <a:spcBef>
                  <a:spcPts val="0"/>
                </a:spcBef>
                <a:spcAft>
                  <a:spcPts val="0"/>
                </a:spcAft>
                <a:buNone/>
              </a:pPr>
              <a:r>
                <a:rPr b="1" lang="en-US" sz="1300">
                  <a:solidFill>
                    <a:srgbClr val="858585"/>
                  </a:solidFill>
                  <a:latin typeface="Roboto"/>
                  <a:ea typeface="Roboto"/>
                  <a:cs typeface="Roboto"/>
                  <a:sym typeface="Roboto"/>
                </a:rPr>
                <a:t>Implementation</a:t>
              </a:r>
              <a:endParaRPr b="1" sz="1300">
                <a:solidFill>
                  <a:srgbClr val="858585"/>
                </a:solidFill>
                <a:latin typeface="Roboto"/>
                <a:ea typeface="Roboto"/>
                <a:cs typeface="Roboto"/>
                <a:sym typeface="Roboto"/>
              </a:endParaRPr>
            </a:p>
          </p:txBody>
        </p:sp>
        <p:sp>
          <p:nvSpPr>
            <p:cNvPr id="245" name="Google Shape;245;g14227af8690_6_0"/>
            <p:cNvSpPr txBox="1"/>
            <p:nvPr/>
          </p:nvSpPr>
          <p:spPr>
            <a:xfrm>
              <a:off x="1215698" y="3151821"/>
              <a:ext cx="1683000" cy="737400"/>
            </a:xfrm>
            <a:prstGeom prst="rect">
              <a:avLst/>
            </a:prstGeom>
            <a:noFill/>
            <a:ln>
              <a:noFill/>
            </a:ln>
          </p:spPr>
          <p:txBody>
            <a:bodyPr anchorCtr="0" anchor="t" bIns="121900" lIns="121900" spcFirstLastPara="1" rIns="121900" wrap="square" tIns="121900">
              <a:noAutofit/>
            </a:bodyPr>
            <a:lstStyle/>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Check email flow rules</a:t>
              </a:r>
              <a:endParaRPr sz="1100">
                <a:solidFill>
                  <a:srgbClr val="858585"/>
                </a:solidFill>
                <a:latin typeface="Roboto"/>
                <a:ea typeface="Roboto"/>
                <a:cs typeface="Roboto"/>
                <a:sym typeface="Roboto"/>
              </a:endParaRPr>
            </a:p>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Try-out the Add-in</a:t>
              </a:r>
              <a:endParaRPr sz="1100">
                <a:solidFill>
                  <a:srgbClr val="858585"/>
                </a:solidFill>
                <a:latin typeface="Roboto"/>
                <a:ea typeface="Roboto"/>
                <a:cs typeface="Roboto"/>
                <a:sym typeface="Roboto"/>
              </a:endParaRPr>
            </a:p>
          </p:txBody>
        </p:sp>
        <p:cxnSp>
          <p:nvCxnSpPr>
            <p:cNvPr id="246" name="Google Shape;246;g14227af8690_6_0"/>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47" name="Google Shape;247;g14227af8690_6_0"/>
            <p:cNvSpPr/>
            <p:nvPr/>
          </p:nvSpPr>
          <p:spPr>
            <a:xfrm flipH="1">
              <a:off x="1083025" y="2306625"/>
              <a:ext cx="1834800" cy="143400"/>
            </a:xfrm>
            <a:prstGeom prst="parallelogram">
              <a:avLst>
                <a:gd fmla="val 96952" name="adj"/>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900"/>
                <a:t>  </a:t>
              </a:r>
              <a:endParaRPr sz="1900"/>
            </a:p>
          </p:txBody>
        </p:sp>
        <p:sp>
          <p:nvSpPr>
            <p:cNvPr id="248" name="Google Shape;248;g14227af8690_6_0"/>
            <p:cNvSpPr/>
            <p:nvPr/>
          </p:nvSpPr>
          <p:spPr>
            <a:xfrm>
              <a:off x="1083125" y="2460449"/>
              <a:ext cx="1834800" cy="143400"/>
            </a:xfrm>
            <a:prstGeom prst="parallelogram">
              <a:avLst>
                <a:gd fmla="val 96952" name="adj"/>
              </a:avLst>
            </a:prstGeom>
            <a:solidFill>
              <a:srgbClr val="85858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49" name="Google Shape;249;g14227af8690_6_0"/>
          <p:cNvGrpSpPr/>
          <p:nvPr/>
        </p:nvGrpSpPr>
        <p:grpSpPr>
          <a:xfrm>
            <a:off x="8295408" y="2097684"/>
            <a:ext cx="2446472" cy="3086856"/>
            <a:chOff x="1083025" y="1574025"/>
            <a:chExt cx="1834900" cy="2315200"/>
          </a:xfrm>
        </p:grpSpPr>
        <p:sp>
          <p:nvSpPr>
            <p:cNvPr id="250" name="Google Shape;250;g14227af8690_6_0"/>
            <p:cNvSpPr txBox="1"/>
            <p:nvPr/>
          </p:nvSpPr>
          <p:spPr>
            <a:xfrm>
              <a:off x="1604274" y="1574025"/>
              <a:ext cx="624300" cy="2412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2100"/>
                </a:spcAft>
                <a:buNone/>
              </a:pPr>
              <a:r>
                <a:t/>
              </a:r>
              <a:endParaRPr sz="1100">
                <a:solidFill>
                  <a:srgbClr val="858585"/>
                </a:solidFill>
                <a:latin typeface="Roboto"/>
                <a:ea typeface="Roboto"/>
                <a:cs typeface="Roboto"/>
                <a:sym typeface="Roboto"/>
              </a:endParaRPr>
            </a:p>
          </p:txBody>
        </p:sp>
        <p:sp>
          <p:nvSpPr>
            <p:cNvPr id="251" name="Google Shape;251;g14227af8690_6_0"/>
            <p:cNvSpPr txBox="1"/>
            <p:nvPr/>
          </p:nvSpPr>
          <p:spPr>
            <a:xfrm>
              <a:off x="1235825" y="2695025"/>
              <a:ext cx="1505100" cy="446400"/>
            </a:xfrm>
            <a:prstGeom prst="rect">
              <a:avLst/>
            </a:prstGeom>
            <a:noFill/>
            <a:ln>
              <a:noFill/>
            </a:ln>
          </p:spPr>
          <p:txBody>
            <a:bodyPr anchorCtr="0" anchor="b" bIns="121900" lIns="121900" spcFirstLastPara="1" rIns="121900" wrap="square" tIns="121900">
              <a:noAutofit/>
            </a:bodyPr>
            <a:lstStyle/>
            <a:p>
              <a:pPr indent="0" lvl="0" marL="0" rtl="0" algn="l">
                <a:lnSpc>
                  <a:spcPct val="115000"/>
                </a:lnSpc>
                <a:spcBef>
                  <a:spcPts val="0"/>
                </a:spcBef>
                <a:spcAft>
                  <a:spcPts val="0"/>
                </a:spcAft>
                <a:buNone/>
              </a:pPr>
              <a:r>
                <a:rPr b="1" lang="en-US" sz="1300">
                  <a:solidFill>
                    <a:srgbClr val="858585"/>
                  </a:solidFill>
                  <a:latin typeface="Roboto"/>
                  <a:ea typeface="Roboto"/>
                  <a:cs typeface="Roboto"/>
                  <a:sym typeface="Roboto"/>
                </a:rPr>
                <a:t>User Onboarding</a:t>
              </a:r>
              <a:endParaRPr b="1" sz="1300">
                <a:solidFill>
                  <a:srgbClr val="858585"/>
                </a:solidFill>
                <a:latin typeface="Roboto"/>
                <a:ea typeface="Roboto"/>
                <a:cs typeface="Roboto"/>
                <a:sym typeface="Roboto"/>
              </a:endParaRPr>
            </a:p>
          </p:txBody>
        </p:sp>
        <p:sp>
          <p:nvSpPr>
            <p:cNvPr id="252" name="Google Shape;252;g14227af8690_6_0"/>
            <p:cNvSpPr txBox="1"/>
            <p:nvPr/>
          </p:nvSpPr>
          <p:spPr>
            <a:xfrm>
              <a:off x="1215700" y="3151825"/>
              <a:ext cx="1545600" cy="737400"/>
            </a:xfrm>
            <a:prstGeom prst="rect">
              <a:avLst/>
            </a:prstGeom>
            <a:noFill/>
            <a:ln>
              <a:noFill/>
            </a:ln>
          </p:spPr>
          <p:txBody>
            <a:bodyPr anchorCtr="0" anchor="t" bIns="121900" lIns="121900" spcFirstLastPara="1" rIns="121900" wrap="square" tIns="121900">
              <a:noAutofit/>
            </a:bodyPr>
            <a:lstStyle/>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Enforce email rules</a:t>
              </a:r>
              <a:endParaRPr sz="1100">
                <a:solidFill>
                  <a:srgbClr val="858585"/>
                </a:solidFill>
                <a:latin typeface="Roboto"/>
                <a:ea typeface="Roboto"/>
                <a:cs typeface="Roboto"/>
                <a:sym typeface="Roboto"/>
              </a:endParaRPr>
            </a:p>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Deploy new Add-in for organization users</a:t>
              </a:r>
              <a:endParaRPr sz="1100">
                <a:solidFill>
                  <a:srgbClr val="858585"/>
                </a:solidFill>
                <a:latin typeface="Roboto"/>
                <a:ea typeface="Roboto"/>
                <a:cs typeface="Roboto"/>
                <a:sym typeface="Roboto"/>
              </a:endParaRPr>
            </a:p>
          </p:txBody>
        </p:sp>
        <p:cxnSp>
          <p:nvCxnSpPr>
            <p:cNvPr id="253" name="Google Shape;253;g14227af8690_6_0"/>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54" name="Google Shape;254;g14227af8690_6_0"/>
            <p:cNvSpPr/>
            <p:nvPr/>
          </p:nvSpPr>
          <p:spPr>
            <a:xfrm flipH="1">
              <a:off x="1083025" y="2306625"/>
              <a:ext cx="1834800" cy="143400"/>
            </a:xfrm>
            <a:prstGeom prst="parallelogram">
              <a:avLst>
                <a:gd fmla="val 96952" name="adj"/>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900"/>
                <a:t>  </a:t>
              </a:r>
              <a:endParaRPr sz="1900"/>
            </a:p>
          </p:txBody>
        </p:sp>
        <p:sp>
          <p:nvSpPr>
            <p:cNvPr id="255" name="Google Shape;255;g14227af8690_6_0"/>
            <p:cNvSpPr/>
            <p:nvPr/>
          </p:nvSpPr>
          <p:spPr>
            <a:xfrm>
              <a:off x="1083125" y="2460449"/>
              <a:ext cx="1834800" cy="143400"/>
            </a:xfrm>
            <a:prstGeom prst="parallelogram">
              <a:avLst>
                <a:gd fmla="val 96952" name="adj"/>
              </a:avLst>
            </a:prstGeom>
            <a:solidFill>
              <a:srgbClr val="85858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56" name="Google Shape;256;g14227af8690_6_0"/>
          <p:cNvGrpSpPr/>
          <p:nvPr/>
        </p:nvGrpSpPr>
        <p:grpSpPr>
          <a:xfrm>
            <a:off x="1449997" y="2098647"/>
            <a:ext cx="2446472" cy="3086856"/>
            <a:chOff x="1083025" y="1574025"/>
            <a:chExt cx="1834900" cy="2315200"/>
          </a:xfrm>
        </p:grpSpPr>
        <p:sp>
          <p:nvSpPr>
            <p:cNvPr id="257" name="Google Shape;257;g14227af8690_6_0"/>
            <p:cNvSpPr txBox="1"/>
            <p:nvPr/>
          </p:nvSpPr>
          <p:spPr>
            <a:xfrm>
              <a:off x="1604274" y="1574025"/>
              <a:ext cx="624300" cy="2412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2100"/>
                </a:spcAft>
                <a:buNone/>
              </a:pPr>
              <a:r>
                <a:t/>
              </a:r>
              <a:endParaRPr sz="1100">
                <a:solidFill>
                  <a:srgbClr val="0C58D3"/>
                </a:solidFill>
                <a:latin typeface="Roboto"/>
                <a:ea typeface="Roboto"/>
                <a:cs typeface="Roboto"/>
                <a:sym typeface="Roboto"/>
              </a:endParaRPr>
            </a:p>
          </p:txBody>
        </p:sp>
        <p:sp>
          <p:nvSpPr>
            <p:cNvPr id="258" name="Google Shape;258;g14227af8690_6_0"/>
            <p:cNvSpPr txBox="1"/>
            <p:nvPr/>
          </p:nvSpPr>
          <p:spPr>
            <a:xfrm>
              <a:off x="1235825" y="2866479"/>
              <a:ext cx="1505100" cy="446400"/>
            </a:xfrm>
            <a:prstGeom prst="rect">
              <a:avLst/>
            </a:prstGeom>
            <a:noFill/>
            <a:ln>
              <a:noFill/>
            </a:ln>
          </p:spPr>
          <p:txBody>
            <a:bodyPr anchorCtr="0" anchor="b" bIns="121900" lIns="121900" spcFirstLastPara="1" rIns="121900" wrap="square" tIns="121900">
              <a:noAutofit/>
            </a:bodyPr>
            <a:lstStyle/>
            <a:p>
              <a:pPr indent="0" lvl="0" marL="0" rtl="0" algn="l">
                <a:lnSpc>
                  <a:spcPct val="115000"/>
                </a:lnSpc>
                <a:spcBef>
                  <a:spcPts val="0"/>
                </a:spcBef>
                <a:spcAft>
                  <a:spcPts val="0"/>
                </a:spcAft>
                <a:buNone/>
              </a:pPr>
              <a:r>
                <a:rPr b="1" lang="en-US" sz="1300">
                  <a:solidFill>
                    <a:srgbClr val="0C58D3"/>
                  </a:solidFill>
                  <a:latin typeface="Roboto"/>
                  <a:ea typeface="Roboto"/>
                  <a:cs typeface="Roboto"/>
                  <a:sym typeface="Roboto"/>
                </a:rPr>
                <a:t>Introduction</a:t>
              </a:r>
              <a:r>
                <a:rPr b="1" lang="en-US" sz="1300">
                  <a:solidFill>
                    <a:srgbClr val="0C58D3"/>
                  </a:solidFill>
                  <a:latin typeface="Roboto"/>
                  <a:ea typeface="Roboto"/>
                  <a:cs typeface="Roboto"/>
                  <a:sym typeface="Roboto"/>
                </a:rPr>
                <a:t> Session</a:t>
              </a:r>
              <a:endParaRPr b="1" sz="1300">
                <a:solidFill>
                  <a:srgbClr val="0C58D3"/>
                </a:solidFill>
                <a:latin typeface="Roboto"/>
                <a:ea typeface="Roboto"/>
                <a:cs typeface="Roboto"/>
                <a:sym typeface="Roboto"/>
              </a:endParaRPr>
            </a:p>
            <a:p>
              <a:pPr indent="0" lvl="0" marL="0" rtl="0" algn="l">
                <a:lnSpc>
                  <a:spcPct val="115000"/>
                </a:lnSpc>
                <a:spcBef>
                  <a:spcPts val="0"/>
                </a:spcBef>
                <a:spcAft>
                  <a:spcPts val="0"/>
                </a:spcAft>
                <a:buNone/>
              </a:pPr>
              <a:r>
                <a:t/>
              </a:r>
              <a:endParaRPr b="1" sz="1300">
                <a:solidFill>
                  <a:srgbClr val="0C58D3"/>
                </a:solidFill>
                <a:latin typeface="Roboto"/>
                <a:ea typeface="Roboto"/>
                <a:cs typeface="Roboto"/>
                <a:sym typeface="Roboto"/>
              </a:endParaRPr>
            </a:p>
          </p:txBody>
        </p:sp>
        <p:cxnSp>
          <p:nvCxnSpPr>
            <p:cNvPr id="259" name="Google Shape;259;g14227af8690_6_0"/>
            <p:cNvCxnSpPr/>
            <p:nvPr/>
          </p:nvCxnSpPr>
          <p:spPr>
            <a:xfrm>
              <a:off x="2180202" y="1695421"/>
              <a:ext cx="718500" cy="741900"/>
            </a:xfrm>
            <a:prstGeom prst="straightConnector1">
              <a:avLst/>
            </a:prstGeom>
            <a:noFill/>
            <a:ln cap="flat" cmpd="sng" w="9525">
              <a:solidFill>
                <a:srgbClr val="0D5DDF"/>
              </a:solidFill>
              <a:prstDash val="solid"/>
              <a:round/>
              <a:headEnd len="sm" w="sm" type="none"/>
              <a:tailEnd len="sm" w="sm" type="none"/>
            </a:ln>
          </p:spPr>
        </p:cxnSp>
        <p:sp>
          <p:nvSpPr>
            <p:cNvPr id="260" name="Google Shape;260;g14227af8690_6_0"/>
            <p:cNvSpPr/>
            <p:nvPr/>
          </p:nvSpPr>
          <p:spPr>
            <a:xfrm flipH="1">
              <a:off x="1083025" y="2306625"/>
              <a:ext cx="1834800" cy="143400"/>
            </a:xfrm>
            <a:prstGeom prst="parallelogram">
              <a:avLst>
                <a:gd fmla="val 96952" name="adj"/>
              </a:avLst>
            </a:prstGeom>
            <a:solidFill>
              <a:srgbClr val="0D5DD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900"/>
                <a:t>  </a:t>
              </a:r>
              <a:endParaRPr sz="1900"/>
            </a:p>
          </p:txBody>
        </p:sp>
        <p:sp>
          <p:nvSpPr>
            <p:cNvPr id="261" name="Google Shape;261;g14227af8690_6_0"/>
            <p:cNvSpPr/>
            <p:nvPr/>
          </p:nvSpPr>
          <p:spPr>
            <a:xfrm>
              <a:off x="1083125" y="2460449"/>
              <a:ext cx="1834800" cy="143400"/>
            </a:xfrm>
            <a:prstGeom prst="parallelogram">
              <a:avLst>
                <a:gd fmla="val 96952" name="adj"/>
              </a:avLst>
            </a:prstGeom>
            <a:solidFill>
              <a:srgbClr val="0944A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14227af8690_6_0"/>
            <p:cNvSpPr txBox="1"/>
            <p:nvPr/>
          </p:nvSpPr>
          <p:spPr>
            <a:xfrm>
              <a:off x="1215700" y="3151825"/>
              <a:ext cx="1545600" cy="737400"/>
            </a:xfrm>
            <a:prstGeom prst="rect">
              <a:avLst/>
            </a:prstGeom>
            <a:noFill/>
            <a:ln>
              <a:noFill/>
            </a:ln>
          </p:spPr>
          <p:txBody>
            <a:bodyPr anchorCtr="0" anchor="t" bIns="121900" lIns="121900" spcFirstLastPara="1" rIns="121900" wrap="square" tIns="121900">
              <a:noAutofit/>
            </a:bodyPr>
            <a:lstStyle/>
            <a:p>
              <a:pPr indent="-298450" lvl="0" marL="457200" rtl="0" algn="l">
                <a:lnSpc>
                  <a:spcPct val="115000"/>
                </a:lnSpc>
                <a:spcBef>
                  <a:spcPts val="0"/>
                </a:spcBef>
                <a:spcAft>
                  <a:spcPts val="0"/>
                </a:spcAft>
                <a:buClr>
                  <a:srgbClr val="0C58D3"/>
                </a:buClr>
                <a:buSzPts val="1100"/>
                <a:buFont typeface="Roboto"/>
                <a:buChar char="●"/>
              </a:pPr>
              <a:r>
                <a:rPr lang="en-US" sz="1100">
                  <a:solidFill>
                    <a:srgbClr val="0C58D3"/>
                  </a:solidFill>
                  <a:latin typeface="Roboto"/>
                  <a:ea typeface="Roboto"/>
                  <a:cs typeface="Roboto"/>
                  <a:sym typeface="Roboto"/>
                </a:rPr>
                <a:t>Architecture</a:t>
              </a:r>
              <a:endParaRPr sz="1100">
                <a:solidFill>
                  <a:srgbClr val="0C58D3"/>
                </a:solidFill>
                <a:latin typeface="Roboto"/>
                <a:ea typeface="Roboto"/>
                <a:cs typeface="Roboto"/>
                <a:sym typeface="Roboto"/>
              </a:endParaRPr>
            </a:p>
            <a:p>
              <a:pPr indent="-298450" lvl="0" marL="457200" rtl="0" algn="l">
                <a:lnSpc>
                  <a:spcPct val="115000"/>
                </a:lnSpc>
                <a:spcBef>
                  <a:spcPts val="0"/>
                </a:spcBef>
                <a:spcAft>
                  <a:spcPts val="0"/>
                </a:spcAft>
                <a:buClr>
                  <a:srgbClr val="0C58D3"/>
                </a:buClr>
                <a:buSzPts val="1100"/>
                <a:buFont typeface="Roboto"/>
                <a:buChar char="●"/>
              </a:pPr>
              <a:r>
                <a:rPr lang="en-US" sz="1100">
                  <a:solidFill>
                    <a:srgbClr val="0C58D3"/>
                  </a:solidFill>
                  <a:latin typeface="Roboto"/>
                  <a:ea typeface="Roboto"/>
                  <a:cs typeface="Roboto"/>
                  <a:sym typeface="Roboto"/>
                </a:rPr>
                <a:t>Gather information</a:t>
              </a:r>
              <a:endParaRPr sz="1100">
                <a:solidFill>
                  <a:srgbClr val="0C58D3"/>
                </a:solidFill>
                <a:latin typeface="Roboto"/>
                <a:ea typeface="Roboto"/>
                <a:cs typeface="Roboto"/>
                <a:sym typeface="Roboto"/>
              </a:endParaRPr>
            </a:p>
            <a:p>
              <a:pPr indent="-298450" lvl="0" marL="457200" rtl="0" algn="l">
                <a:lnSpc>
                  <a:spcPct val="115000"/>
                </a:lnSpc>
                <a:spcBef>
                  <a:spcPts val="0"/>
                </a:spcBef>
                <a:spcAft>
                  <a:spcPts val="0"/>
                </a:spcAft>
                <a:buClr>
                  <a:srgbClr val="0C58D3"/>
                </a:buClr>
                <a:buSzPts val="1100"/>
                <a:buFont typeface="Roboto"/>
                <a:buChar char="●"/>
              </a:pPr>
              <a:r>
                <a:rPr lang="en-US" sz="1100">
                  <a:solidFill>
                    <a:srgbClr val="0C58D3"/>
                  </a:solidFill>
                  <a:latin typeface="Roboto"/>
                  <a:ea typeface="Roboto"/>
                  <a:cs typeface="Roboto"/>
                  <a:sym typeface="Roboto"/>
                </a:rPr>
                <a:t>Timeframe</a:t>
              </a:r>
              <a:endParaRPr sz="1100">
                <a:solidFill>
                  <a:srgbClr val="0C58D3"/>
                </a:solidFill>
                <a:latin typeface="Roboto"/>
                <a:ea typeface="Roboto"/>
                <a:cs typeface="Roboto"/>
                <a:sym typeface="Roboto"/>
              </a:endParaRPr>
            </a:p>
          </p:txBody>
        </p:sp>
      </p:grpSp>
      <p:grpSp>
        <p:nvGrpSpPr>
          <p:cNvPr id="263" name="Google Shape;263;g14227af8690_6_0"/>
          <p:cNvGrpSpPr/>
          <p:nvPr/>
        </p:nvGrpSpPr>
        <p:grpSpPr>
          <a:xfrm>
            <a:off x="3717181" y="2114174"/>
            <a:ext cx="2446472" cy="3086856"/>
            <a:chOff x="1083025" y="1574025"/>
            <a:chExt cx="1834900" cy="2315200"/>
          </a:xfrm>
        </p:grpSpPr>
        <p:sp>
          <p:nvSpPr>
            <p:cNvPr id="264" name="Google Shape;264;g14227af8690_6_0"/>
            <p:cNvSpPr txBox="1"/>
            <p:nvPr/>
          </p:nvSpPr>
          <p:spPr>
            <a:xfrm>
              <a:off x="1604274" y="1574025"/>
              <a:ext cx="624300" cy="241200"/>
            </a:xfrm>
            <a:prstGeom prst="rect">
              <a:avLst/>
            </a:prstGeom>
            <a:noFill/>
            <a:ln>
              <a:noFill/>
            </a:ln>
          </p:spPr>
          <p:txBody>
            <a:bodyPr anchorCtr="0" anchor="t" bIns="121900" lIns="121900" spcFirstLastPara="1" rIns="121900" wrap="square" tIns="121900">
              <a:noAutofit/>
            </a:bodyPr>
            <a:lstStyle/>
            <a:p>
              <a:pPr indent="0" lvl="0" marL="0" rtl="0" algn="r">
                <a:lnSpc>
                  <a:spcPct val="115000"/>
                </a:lnSpc>
                <a:spcBef>
                  <a:spcPts val="0"/>
                </a:spcBef>
                <a:spcAft>
                  <a:spcPts val="2100"/>
                </a:spcAft>
                <a:buNone/>
              </a:pPr>
              <a:r>
                <a:t/>
              </a:r>
              <a:endParaRPr sz="1100">
                <a:solidFill>
                  <a:srgbClr val="858585"/>
                </a:solidFill>
                <a:latin typeface="Roboto"/>
                <a:ea typeface="Roboto"/>
                <a:cs typeface="Roboto"/>
                <a:sym typeface="Roboto"/>
              </a:endParaRPr>
            </a:p>
          </p:txBody>
        </p:sp>
        <p:sp>
          <p:nvSpPr>
            <p:cNvPr id="265" name="Google Shape;265;g14227af8690_6_0"/>
            <p:cNvSpPr txBox="1"/>
            <p:nvPr/>
          </p:nvSpPr>
          <p:spPr>
            <a:xfrm>
              <a:off x="1235825" y="2695025"/>
              <a:ext cx="1505100" cy="446400"/>
            </a:xfrm>
            <a:prstGeom prst="rect">
              <a:avLst/>
            </a:prstGeom>
            <a:noFill/>
            <a:ln>
              <a:noFill/>
            </a:ln>
          </p:spPr>
          <p:txBody>
            <a:bodyPr anchorCtr="0" anchor="b" bIns="121900" lIns="121900" spcFirstLastPara="1" rIns="121900" wrap="square" tIns="121900">
              <a:noAutofit/>
            </a:bodyPr>
            <a:lstStyle/>
            <a:p>
              <a:pPr indent="0" lvl="0" marL="0" rtl="0" algn="l">
                <a:lnSpc>
                  <a:spcPct val="115000"/>
                </a:lnSpc>
                <a:spcBef>
                  <a:spcPts val="0"/>
                </a:spcBef>
                <a:spcAft>
                  <a:spcPts val="0"/>
                </a:spcAft>
                <a:buNone/>
              </a:pPr>
              <a:r>
                <a:rPr b="1" lang="en-US" sz="1300">
                  <a:solidFill>
                    <a:srgbClr val="858585"/>
                  </a:solidFill>
                  <a:latin typeface="Roboto"/>
                  <a:ea typeface="Roboto"/>
                  <a:cs typeface="Roboto"/>
                  <a:sym typeface="Roboto"/>
                </a:rPr>
                <a:t>Prerequisites</a:t>
              </a:r>
              <a:r>
                <a:rPr b="1" lang="en-US" sz="1300">
                  <a:solidFill>
                    <a:srgbClr val="858585"/>
                  </a:solidFill>
                  <a:latin typeface="Roboto"/>
                  <a:ea typeface="Roboto"/>
                  <a:cs typeface="Roboto"/>
                  <a:sym typeface="Roboto"/>
                </a:rPr>
                <a:t> </a:t>
              </a:r>
              <a:endParaRPr b="1" sz="1300">
                <a:solidFill>
                  <a:srgbClr val="858585"/>
                </a:solidFill>
                <a:latin typeface="Roboto"/>
                <a:ea typeface="Roboto"/>
                <a:cs typeface="Roboto"/>
                <a:sym typeface="Roboto"/>
              </a:endParaRPr>
            </a:p>
          </p:txBody>
        </p:sp>
        <p:sp>
          <p:nvSpPr>
            <p:cNvPr id="266" name="Google Shape;266;g14227af8690_6_0"/>
            <p:cNvSpPr txBox="1"/>
            <p:nvPr/>
          </p:nvSpPr>
          <p:spPr>
            <a:xfrm>
              <a:off x="1215700" y="3151825"/>
              <a:ext cx="1545600" cy="737400"/>
            </a:xfrm>
            <a:prstGeom prst="rect">
              <a:avLst/>
            </a:prstGeom>
            <a:noFill/>
            <a:ln>
              <a:noFill/>
            </a:ln>
          </p:spPr>
          <p:txBody>
            <a:bodyPr anchorCtr="0" anchor="t" bIns="121900" lIns="121900" spcFirstLastPara="1" rIns="121900" wrap="square" tIns="121900">
              <a:noAutofit/>
            </a:bodyPr>
            <a:lstStyle/>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DLP and Mail flow</a:t>
              </a:r>
              <a:endParaRPr sz="1100">
                <a:solidFill>
                  <a:srgbClr val="858585"/>
                </a:solidFill>
                <a:latin typeface="Roboto"/>
                <a:ea typeface="Roboto"/>
                <a:cs typeface="Roboto"/>
                <a:sym typeface="Roboto"/>
              </a:endParaRPr>
            </a:p>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Transport rules</a:t>
              </a:r>
              <a:endParaRPr sz="1100">
                <a:solidFill>
                  <a:srgbClr val="858585"/>
                </a:solidFill>
                <a:latin typeface="Roboto"/>
                <a:ea typeface="Roboto"/>
                <a:cs typeface="Roboto"/>
                <a:sym typeface="Roboto"/>
              </a:endParaRPr>
            </a:p>
            <a:p>
              <a:pPr indent="-298450" lvl="0" marL="457200" rtl="0" algn="l">
                <a:lnSpc>
                  <a:spcPct val="115000"/>
                </a:lnSpc>
                <a:spcBef>
                  <a:spcPts val="0"/>
                </a:spcBef>
                <a:spcAft>
                  <a:spcPts val="0"/>
                </a:spcAft>
                <a:buClr>
                  <a:srgbClr val="858585"/>
                </a:buClr>
                <a:buSzPts val="1100"/>
                <a:buFont typeface="Roboto"/>
                <a:buChar char="●"/>
              </a:pPr>
              <a:r>
                <a:rPr lang="en-US" sz="1100">
                  <a:solidFill>
                    <a:srgbClr val="858585"/>
                  </a:solidFill>
                  <a:latin typeface="Roboto"/>
                  <a:ea typeface="Roboto"/>
                  <a:cs typeface="Roboto"/>
                  <a:sym typeface="Roboto"/>
                </a:rPr>
                <a:t>etc</a:t>
              </a:r>
              <a:endParaRPr sz="1100">
                <a:solidFill>
                  <a:srgbClr val="858585"/>
                </a:solidFill>
                <a:latin typeface="Roboto"/>
                <a:ea typeface="Roboto"/>
                <a:cs typeface="Roboto"/>
                <a:sym typeface="Roboto"/>
              </a:endParaRPr>
            </a:p>
          </p:txBody>
        </p:sp>
        <p:cxnSp>
          <p:nvCxnSpPr>
            <p:cNvPr id="267" name="Google Shape;267;g14227af8690_6_0"/>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68" name="Google Shape;268;g14227af8690_6_0"/>
            <p:cNvSpPr/>
            <p:nvPr/>
          </p:nvSpPr>
          <p:spPr>
            <a:xfrm flipH="1">
              <a:off x="1083025" y="2306625"/>
              <a:ext cx="1834800" cy="143400"/>
            </a:xfrm>
            <a:prstGeom prst="parallelogram">
              <a:avLst>
                <a:gd fmla="val 96952" name="adj"/>
              </a:avLst>
            </a:prstGeom>
            <a:solidFill>
              <a:srgbClr val="C2C2C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rPr lang="en-US" sz="1900"/>
                <a:t>  </a:t>
              </a:r>
              <a:endParaRPr sz="1900"/>
            </a:p>
          </p:txBody>
        </p:sp>
        <p:sp>
          <p:nvSpPr>
            <p:cNvPr id="269" name="Google Shape;269;g14227af8690_6_0"/>
            <p:cNvSpPr/>
            <p:nvPr/>
          </p:nvSpPr>
          <p:spPr>
            <a:xfrm>
              <a:off x="1083125" y="2460449"/>
              <a:ext cx="1834800" cy="143400"/>
            </a:xfrm>
            <a:prstGeom prst="parallelogram">
              <a:avLst>
                <a:gd fmla="val 96952" name="adj"/>
              </a:avLst>
            </a:prstGeom>
            <a:solidFill>
              <a:srgbClr val="85858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c5f9381e44_0_0"/>
          <p:cNvSpPr txBox="1"/>
          <p:nvPr>
            <p:ph type="title"/>
          </p:nvPr>
        </p:nvSpPr>
        <p:spPr>
          <a:xfrm>
            <a:off x="1767840" y="28517"/>
            <a:ext cx="8656500" cy="681600"/>
          </a:xfrm>
          <a:prstGeom prst="rect">
            <a:avLst/>
          </a:prstGeom>
        </p:spPr>
        <p:txBody>
          <a:bodyPr anchorCtr="0" anchor="ctr" bIns="60925" lIns="121900" spcFirstLastPara="1" rIns="121900" wrap="square" tIns="60925">
            <a:noAutofit/>
          </a:bodyPr>
          <a:lstStyle/>
          <a:p>
            <a:pPr indent="0" lvl="0" marL="0" rtl="0" algn="ctr">
              <a:spcBef>
                <a:spcPts val="0"/>
              </a:spcBef>
              <a:spcAft>
                <a:spcPts val="0"/>
              </a:spcAft>
              <a:buNone/>
            </a:pPr>
            <a:r>
              <a:rPr lang="en-US"/>
              <a:t>Sender Experience</a:t>
            </a:r>
            <a:endParaRPr/>
          </a:p>
        </p:txBody>
      </p:sp>
      <p:pic>
        <p:nvPicPr>
          <p:cNvPr id="276" name="Google Shape;276;g2c5f9381e44_0_0"/>
          <p:cNvPicPr preferRelativeResize="0"/>
          <p:nvPr/>
        </p:nvPicPr>
        <p:blipFill>
          <a:blip r:embed="rId3">
            <a:alphaModFix/>
          </a:blip>
          <a:stretch>
            <a:fillRect/>
          </a:stretch>
        </p:blipFill>
        <p:spPr>
          <a:xfrm>
            <a:off x="2279112" y="1296913"/>
            <a:ext cx="7633777" cy="4264174"/>
          </a:xfrm>
          <a:prstGeom prst="rect">
            <a:avLst/>
          </a:prstGeom>
          <a:noFill/>
          <a:ln>
            <a:noFill/>
          </a:ln>
        </p:spPr>
      </p:pic>
      <p:sp>
        <p:nvSpPr>
          <p:cNvPr id="277" name="Google Shape;277;g2c5f9381e44_0_0"/>
          <p:cNvSpPr txBox="1"/>
          <p:nvPr/>
        </p:nvSpPr>
        <p:spPr>
          <a:xfrm>
            <a:off x="25" y="5661250"/>
            <a:ext cx="121920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Trebuchet MS"/>
              <a:buChar char="●"/>
            </a:pPr>
            <a:r>
              <a:rPr lang="en-US">
                <a:solidFill>
                  <a:schemeClr val="dk1"/>
                </a:solidFill>
                <a:latin typeface="Trebuchet MS"/>
                <a:ea typeface="Trebuchet MS"/>
                <a:cs typeface="Trebuchet MS"/>
                <a:sym typeface="Trebuchet MS"/>
              </a:rPr>
              <a:t>Seamless user experience for </a:t>
            </a:r>
            <a:r>
              <a:rPr lang="en-US">
                <a:solidFill>
                  <a:schemeClr val="dk1"/>
                </a:solidFill>
                <a:latin typeface="Trebuchet MS"/>
                <a:ea typeface="Trebuchet MS"/>
                <a:cs typeface="Trebuchet MS"/>
                <a:sym typeface="Trebuchet MS"/>
              </a:rPr>
              <a:t>organization</a:t>
            </a:r>
            <a:r>
              <a:rPr lang="en-US">
                <a:solidFill>
                  <a:schemeClr val="dk1"/>
                </a:solidFill>
                <a:latin typeface="Trebuchet MS"/>
                <a:ea typeface="Trebuchet MS"/>
                <a:cs typeface="Trebuchet MS"/>
                <a:sym typeface="Trebuchet MS"/>
              </a:rPr>
              <a:t> users.</a:t>
            </a:r>
            <a:endParaRPr>
              <a:solidFill>
                <a:schemeClr val="dk1"/>
              </a:solidFill>
              <a:latin typeface="Trebuchet MS"/>
              <a:ea typeface="Trebuchet MS"/>
              <a:cs typeface="Trebuchet MS"/>
              <a:sym typeface="Trebuchet MS"/>
            </a:endParaRPr>
          </a:p>
          <a:p>
            <a:pPr indent="-317500" lvl="0" marL="457200" rtl="0" algn="l">
              <a:spcBef>
                <a:spcPts val="0"/>
              </a:spcBef>
              <a:spcAft>
                <a:spcPts val="0"/>
              </a:spcAft>
              <a:buClr>
                <a:schemeClr val="dk1"/>
              </a:buClr>
              <a:buSzPts val="1400"/>
              <a:buFont typeface="Trebuchet MS"/>
              <a:buChar char="●"/>
            </a:pPr>
            <a:r>
              <a:rPr lang="en-US">
                <a:solidFill>
                  <a:schemeClr val="dk1"/>
                </a:solidFill>
                <a:latin typeface="Trebuchet MS"/>
                <a:ea typeface="Trebuchet MS"/>
                <a:cs typeface="Trebuchet MS"/>
                <a:sym typeface="Trebuchet MS"/>
              </a:rPr>
              <a:t>Emails will be protected according to the organizational Mail Relay's governance policy and SpecterX predefined access policy.</a:t>
            </a:r>
            <a:endParaRPr>
              <a:solidFill>
                <a:schemeClr val="dk1"/>
              </a:solidFill>
              <a:latin typeface="Trebuchet MS"/>
              <a:ea typeface="Trebuchet MS"/>
              <a:cs typeface="Trebuchet MS"/>
              <a:sym typeface="Trebuchet MS"/>
            </a:endParaRPr>
          </a:p>
          <a:p>
            <a:pPr indent="0" lvl="0" marL="0" rtl="0" algn="l">
              <a:spcBef>
                <a:spcPts val="0"/>
              </a:spcBef>
              <a:spcAft>
                <a:spcPts val="0"/>
              </a:spcAft>
              <a:buNone/>
            </a:pPr>
            <a:r>
              <a:rPr lang="en-US">
                <a:solidFill>
                  <a:schemeClr val="dk1"/>
                </a:solidFill>
                <a:latin typeface="Trebuchet MS"/>
                <a:ea typeface="Trebuchet MS"/>
                <a:cs typeface="Trebuchet MS"/>
                <a:sym typeface="Trebuchet MS"/>
              </a:rPr>
              <a:t> </a:t>
            </a:r>
            <a:endParaRPr>
              <a:solidFill>
                <a:schemeClr val="dk1"/>
              </a:solidFill>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2c5f9381e44_0_7"/>
          <p:cNvSpPr txBox="1"/>
          <p:nvPr>
            <p:ph type="title"/>
          </p:nvPr>
        </p:nvSpPr>
        <p:spPr>
          <a:xfrm>
            <a:off x="1767840" y="28517"/>
            <a:ext cx="8656500" cy="681600"/>
          </a:xfrm>
          <a:prstGeom prst="rect">
            <a:avLst/>
          </a:prstGeom>
        </p:spPr>
        <p:txBody>
          <a:bodyPr anchorCtr="0" anchor="ctr" bIns="60925" lIns="121900" spcFirstLastPara="1" rIns="121900" wrap="square" tIns="60925">
            <a:noAutofit/>
          </a:bodyPr>
          <a:lstStyle/>
          <a:p>
            <a:pPr indent="0" lvl="0" marL="0" rtl="0" algn="ctr">
              <a:spcBef>
                <a:spcPts val="0"/>
              </a:spcBef>
              <a:spcAft>
                <a:spcPts val="0"/>
              </a:spcAft>
              <a:buNone/>
            </a:pPr>
            <a:r>
              <a:rPr lang="en-US"/>
              <a:t>Recipient Experience</a:t>
            </a:r>
            <a:endParaRPr/>
          </a:p>
        </p:txBody>
      </p:sp>
      <p:pic>
        <p:nvPicPr>
          <p:cNvPr id="284" name="Google Shape;284;g2c5f9381e44_0_7"/>
          <p:cNvPicPr preferRelativeResize="0"/>
          <p:nvPr/>
        </p:nvPicPr>
        <p:blipFill>
          <a:blip r:embed="rId3">
            <a:alphaModFix/>
          </a:blip>
          <a:stretch>
            <a:fillRect/>
          </a:stretch>
        </p:blipFill>
        <p:spPr>
          <a:xfrm>
            <a:off x="2217687" y="1097851"/>
            <a:ext cx="7756626" cy="4662299"/>
          </a:xfrm>
          <a:prstGeom prst="rect">
            <a:avLst/>
          </a:prstGeom>
          <a:noFill/>
          <a:ln>
            <a:noFill/>
          </a:ln>
        </p:spPr>
      </p:pic>
      <p:sp>
        <p:nvSpPr>
          <p:cNvPr id="285" name="Google Shape;285;g2c5f9381e44_0_7"/>
          <p:cNvSpPr txBox="1"/>
          <p:nvPr/>
        </p:nvSpPr>
        <p:spPr>
          <a:xfrm>
            <a:off x="25" y="5661250"/>
            <a:ext cx="121920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Trebuchet MS"/>
              <a:buChar char="●"/>
            </a:pPr>
            <a:r>
              <a:rPr lang="en-US">
                <a:solidFill>
                  <a:schemeClr val="dk1"/>
                </a:solidFill>
                <a:latin typeface="Trebuchet MS"/>
                <a:ea typeface="Trebuchet MS"/>
                <a:cs typeface="Trebuchet MS"/>
                <a:sym typeface="Trebuchet MS"/>
              </a:rPr>
              <a:t>Attached files are replaced by SpecterX access link while files are secured within the customer’s secure storage.</a:t>
            </a:r>
            <a:endParaRPr>
              <a:solidFill>
                <a:schemeClr val="dk1"/>
              </a:solidFill>
              <a:latin typeface="Trebuchet MS"/>
              <a:ea typeface="Trebuchet MS"/>
              <a:cs typeface="Trebuchet MS"/>
              <a:sym typeface="Trebuchet MS"/>
            </a:endParaRPr>
          </a:p>
          <a:p>
            <a:pPr indent="0" lvl="0" marL="0" rtl="0" algn="l">
              <a:spcBef>
                <a:spcPts val="0"/>
              </a:spcBef>
              <a:spcAft>
                <a:spcPts val="0"/>
              </a:spcAft>
              <a:buNone/>
            </a:pPr>
            <a:r>
              <a:rPr lang="en-US">
                <a:solidFill>
                  <a:schemeClr val="dk1"/>
                </a:solidFill>
                <a:latin typeface="Trebuchet MS"/>
                <a:ea typeface="Trebuchet MS"/>
                <a:cs typeface="Trebuchet MS"/>
                <a:sym typeface="Trebuchet MS"/>
              </a:rPr>
              <a:t> </a:t>
            </a:r>
            <a:endParaRPr>
              <a:solidFill>
                <a:schemeClr val="dk1"/>
              </a:solidFill>
              <a:latin typeface="Trebuchet MS"/>
              <a:ea typeface="Trebuchet MS"/>
              <a:cs typeface="Trebuchet MS"/>
              <a:sym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c5f9381e44_0_14"/>
          <p:cNvSpPr txBox="1"/>
          <p:nvPr>
            <p:ph type="title"/>
          </p:nvPr>
        </p:nvSpPr>
        <p:spPr>
          <a:xfrm>
            <a:off x="1767840" y="28517"/>
            <a:ext cx="8656500" cy="681600"/>
          </a:xfrm>
          <a:prstGeom prst="rect">
            <a:avLst/>
          </a:prstGeom>
        </p:spPr>
        <p:txBody>
          <a:bodyPr anchorCtr="0" anchor="ctr" bIns="60925" lIns="121900" spcFirstLastPara="1" rIns="121900" wrap="square" tIns="60925">
            <a:noAutofit/>
          </a:bodyPr>
          <a:lstStyle/>
          <a:p>
            <a:pPr indent="0" lvl="0" marL="0" rtl="0" algn="ctr">
              <a:spcBef>
                <a:spcPts val="0"/>
              </a:spcBef>
              <a:spcAft>
                <a:spcPts val="0"/>
              </a:spcAft>
              <a:buNone/>
            </a:pPr>
            <a:r>
              <a:rPr lang="en-US"/>
              <a:t>Recipient Experience</a:t>
            </a:r>
            <a:endParaRPr/>
          </a:p>
        </p:txBody>
      </p:sp>
      <p:grpSp>
        <p:nvGrpSpPr>
          <p:cNvPr id="292" name="Google Shape;292;g2c5f9381e44_0_14"/>
          <p:cNvGrpSpPr/>
          <p:nvPr/>
        </p:nvGrpSpPr>
        <p:grpSpPr>
          <a:xfrm>
            <a:off x="1767760" y="804287"/>
            <a:ext cx="8656480" cy="5249427"/>
            <a:chOff x="152400" y="862517"/>
            <a:chExt cx="9205105" cy="5843084"/>
          </a:xfrm>
        </p:grpSpPr>
        <p:pic>
          <p:nvPicPr>
            <p:cNvPr id="293" name="Google Shape;293;g2c5f9381e44_0_14"/>
            <p:cNvPicPr preferRelativeResize="0"/>
            <p:nvPr/>
          </p:nvPicPr>
          <p:blipFill>
            <a:blip r:embed="rId3">
              <a:alphaModFix/>
            </a:blip>
            <a:stretch>
              <a:fillRect/>
            </a:stretch>
          </p:blipFill>
          <p:spPr>
            <a:xfrm>
              <a:off x="152400" y="862517"/>
              <a:ext cx="9205105" cy="5843084"/>
            </a:xfrm>
            <a:prstGeom prst="rect">
              <a:avLst/>
            </a:prstGeom>
            <a:noFill/>
            <a:ln>
              <a:noFill/>
            </a:ln>
          </p:spPr>
        </p:pic>
        <p:grpSp>
          <p:nvGrpSpPr>
            <p:cNvPr id="294" name="Google Shape;294;g2c5f9381e44_0_14"/>
            <p:cNvGrpSpPr/>
            <p:nvPr/>
          </p:nvGrpSpPr>
          <p:grpSpPr>
            <a:xfrm>
              <a:off x="254775" y="1551670"/>
              <a:ext cx="1032675" cy="335400"/>
              <a:chOff x="254775" y="1551670"/>
              <a:chExt cx="1032675" cy="335400"/>
            </a:xfrm>
          </p:grpSpPr>
          <p:pic>
            <p:nvPicPr>
              <p:cNvPr id="295" name="Google Shape;295;g2c5f9381e44_0_14"/>
              <p:cNvPicPr preferRelativeResize="0"/>
              <p:nvPr/>
            </p:nvPicPr>
            <p:blipFill>
              <a:blip r:embed="rId4">
                <a:alphaModFix/>
              </a:blip>
              <a:stretch>
                <a:fillRect/>
              </a:stretch>
            </p:blipFill>
            <p:spPr>
              <a:xfrm>
                <a:off x="344953" y="1551670"/>
                <a:ext cx="907575" cy="335400"/>
              </a:xfrm>
              <a:prstGeom prst="rect">
                <a:avLst/>
              </a:prstGeom>
              <a:noFill/>
              <a:ln>
                <a:noFill/>
              </a:ln>
            </p:spPr>
          </p:pic>
          <p:pic>
            <p:nvPicPr>
              <p:cNvPr id="296" name="Google Shape;296;g2c5f9381e44_0_14"/>
              <p:cNvPicPr preferRelativeResize="0"/>
              <p:nvPr/>
            </p:nvPicPr>
            <p:blipFill rotWithShape="1">
              <a:blip r:embed="rId5">
                <a:alphaModFix/>
              </a:blip>
              <a:srcRect b="38041" l="14563" r="14292" t="38420"/>
              <a:stretch/>
            </p:blipFill>
            <p:spPr>
              <a:xfrm>
                <a:off x="254775" y="1610325"/>
                <a:ext cx="1032675" cy="218100"/>
              </a:xfrm>
              <a:prstGeom prst="rect">
                <a:avLst/>
              </a:prstGeom>
              <a:noFill/>
              <a:ln>
                <a:noFill/>
              </a:ln>
            </p:spPr>
          </p:pic>
        </p:grpSp>
      </p:grpSp>
      <p:sp>
        <p:nvSpPr>
          <p:cNvPr id="297" name="Google Shape;297;g2c5f9381e44_0_14"/>
          <p:cNvSpPr txBox="1"/>
          <p:nvPr/>
        </p:nvSpPr>
        <p:spPr>
          <a:xfrm>
            <a:off x="100" y="5970400"/>
            <a:ext cx="121920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Trebuchet MS"/>
              <a:buChar char="●"/>
            </a:pPr>
            <a:r>
              <a:rPr lang="en-US">
                <a:solidFill>
                  <a:schemeClr val="dk1"/>
                </a:solidFill>
                <a:latin typeface="Trebuchet MS"/>
                <a:ea typeface="Trebuchet MS"/>
                <a:cs typeface="Trebuchet MS"/>
                <a:sym typeface="Trebuchet MS"/>
              </a:rPr>
              <a:t>SpecterX recipient page hosted under the customer’s domain</a:t>
            </a:r>
            <a:endParaRPr>
              <a:solidFill>
                <a:schemeClr val="dk1"/>
              </a:solidFill>
              <a:latin typeface="Trebuchet MS"/>
              <a:ea typeface="Trebuchet MS"/>
              <a:cs typeface="Trebuchet MS"/>
              <a:sym typeface="Trebuchet MS"/>
            </a:endParaRPr>
          </a:p>
          <a:p>
            <a:pPr indent="-317500" lvl="0" marL="457200" rtl="0" algn="l">
              <a:spcBef>
                <a:spcPts val="0"/>
              </a:spcBef>
              <a:spcAft>
                <a:spcPts val="0"/>
              </a:spcAft>
              <a:buClr>
                <a:schemeClr val="dk1"/>
              </a:buClr>
              <a:buSzPts val="1400"/>
              <a:buFont typeface="Trebuchet MS"/>
              <a:buChar char="●"/>
            </a:pPr>
            <a:r>
              <a:rPr lang="en-US">
                <a:solidFill>
                  <a:schemeClr val="dk1"/>
                </a:solidFill>
                <a:latin typeface="Trebuchet MS"/>
                <a:ea typeface="Trebuchet MS"/>
                <a:cs typeface="Trebuchet MS"/>
                <a:sym typeface="Trebuchet MS"/>
              </a:rPr>
              <a:t>Recipient can access (open/download) the files securely</a:t>
            </a:r>
            <a:endParaRPr>
              <a:solidFill>
                <a:schemeClr val="dk1"/>
              </a:solidFill>
              <a:latin typeface="Trebuchet MS"/>
              <a:ea typeface="Trebuchet MS"/>
              <a:cs typeface="Trebuchet MS"/>
              <a:sym typeface="Trebuchet MS"/>
            </a:endParaRPr>
          </a:p>
          <a:p>
            <a:pPr indent="0" lvl="0" marL="0" rtl="0" algn="l">
              <a:spcBef>
                <a:spcPts val="0"/>
              </a:spcBef>
              <a:spcAft>
                <a:spcPts val="0"/>
              </a:spcAft>
              <a:buNone/>
            </a:pPr>
            <a:r>
              <a:rPr lang="en-US">
                <a:solidFill>
                  <a:schemeClr val="dk1"/>
                </a:solidFill>
                <a:latin typeface="Trebuchet MS"/>
                <a:ea typeface="Trebuchet MS"/>
                <a:cs typeface="Trebuchet MS"/>
                <a:sym typeface="Trebuchet MS"/>
              </a:rPr>
              <a:t> </a:t>
            </a:r>
            <a:endParaRPr>
              <a:solidFill>
                <a:schemeClr val="dk1"/>
              </a:solidFill>
              <a:latin typeface="Trebuchet MS"/>
              <a:ea typeface="Trebuchet MS"/>
              <a:cs typeface="Trebuchet MS"/>
              <a:sym typeface="Trebuchet MS"/>
            </a:endParaRPr>
          </a:p>
        </p:txBody>
      </p:sp>
      <p:sp>
        <p:nvSpPr>
          <p:cNvPr id="298" name="Google Shape;298;g2c5f9381e44_0_14"/>
          <p:cNvSpPr/>
          <p:nvPr/>
        </p:nvSpPr>
        <p:spPr>
          <a:xfrm>
            <a:off x="1853850" y="1479475"/>
            <a:ext cx="1008600" cy="241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
        <p:nvSpPr>
          <p:cNvPr id="299" name="Google Shape;299;g2c5f9381e44_0_14"/>
          <p:cNvSpPr/>
          <p:nvPr/>
        </p:nvSpPr>
        <p:spPr>
          <a:xfrm>
            <a:off x="3099075" y="1080900"/>
            <a:ext cx="225300" cy="78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rebuchet MS"/>
              <a:ea typeface="Trebuchet MS"/>
              <a:cs typeface="Trebuchet MS"/>
              <a:sym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14227af8690_6_5"/>
          <p:cNvSpPr txBox="1"/>
          <p:nvPr>
            <p:ph type="title"/>
          </p:nvPr>
        </p:nvSpPr>
        <p:spPr>
          <a:xfrm>
            <a:off x="1767840" y="28517"/>
            <a:ext cx="8656500" cy="681600"/>
          </a:xfrm>
          <a:prstGeom prst="rect">
            <a:avLst/>
          </a:prstGeom>
          <a:noFill/>
          <a:ln>
            <a:noFill/>
          </a:ln>
        </p:spPr>
        <p:txBody>
          <a:bodyPr anchorCtr="0" anchor="ctr" bIns="60925" lIns="121900" spcFirstLastPara="1" rIns="121900" wrap="square" tIns="60925">
            <a:noAutofit/>
          </a:bodyPr>
          <a:lstStyle/>
          <a:p>
            <a:pPr indent="0" lvl="0" marL="0" rtl="0" algn="ctr">
              <a:spcBef>
                <a:spcPts val="0"/>
              </a:spcBef>
              <a:spcAft>
                <a:spcPts val="0"/>
              </a:spcAft>
              <a:buClr>
                <a:schemeClr val="dk1"/>
              </a:buClr>
              <a:buSzPts val="2700"/>
              <a:buFont typeface="Helvetica Neue"/>
              <a:buNone/>
            </a:pPr>
            <a:r>
              <a:rPr lang="en-US">
                <a:latin typeface="Calibri"/>
                <a:ea typeface="Calibri"/>
                <a:cs typeface="Calibri"/>
                <a:sym typeface="Calibri"/>
              </a:rPr>
              <a:t>Further </a:t>
            </a:r>
            <a:r>
              <a:rPr lang="en-US">
                <a:latin typeface="Calibri"/>
                <a:ea typeface="Calibri"/>
                <a:cs typeface="Calibri"/>
                <a:sym typeface="Calibri"/>
                <a:extLst>
                  <a:ext uri="http://customooxmlschemas.google.com/">
                    <go:slidesCustomData xmlns:go="http://customooxmlschemas.google.com/" textRoundtripDataId="2"/>
                  </a:ext>
                </a:extLst>
              </a:rPr>
              <a:t>Conversation Topics</a:t>
            </a:r>
            <a:endParaRPr>
              <a:latin typeface="Calibri"/>
              <a:ea typeface="Calibri"/>
              <a:cs typeface="Calibri"/>
              <a:sym typeface="Calibri"/>
            </a:endParaRPr>
          </a:p>
        </p:txBody>
      </p:sp>
      <p:sp>
        <p:nvSpPr>
          <p:cNvPr id="305" name="Google Shape;305;g14227af8690_6_5"/>
          <p:cNvSpPr txBox="1"/>
          <p:nvPr/>
        </p:nvSpPr>
        <p:spPr>
          <a:xfrm>
            <a:off x="613350" y="1045375"/>
            <a:ext cx="11130900" cy="5418000"/>
          </a:xfrm>
          <a:prstGeom prst="rect">
            <a:avLst/>
          </a:prstGeom>
          <a:noFill/>
          <a:ln>
            <a:noFill/>
          </a:ln>
        </p:spPr>
        <p:txBody>
          <a:bodyPr anchorCtr="0" anchor="t" bIns="91425" lIns="91425" spcFirstLastPara="1" rIns="91425" wrap="square" tIns="91425">
            <a:spAutoFit/>
          </a:bodyPr>
          <a:lstStyle/>
          <a:p>
            <a:pPr indent="-381000" lvl="0" marL="457200" rtl="0" algn="l">
              <a:lnSpc>
                <a:spcPct val="150000"/>
              </a:lnSpc>
              <a:spcBef>
                <a:spcPts val="0"/>
              </a:spcBef>
              <a:spcAft>
                <a:spcPts val="0"/>
              </a:spcAft>
              <a:buSzPts val="2400"/>
              <a:buChar char="●"/>
            </a:pPr>
            <a:r>
              <a:rPr lang="en-US" sz="2400">
                <a:latin typeface="Calibri"/>
                <a:ea typeface="Calibri"/>
                <a:cs typeface="Calibri"/>
                <a:sym typeface="Calibri"/>
              </a:rPr>
              <a:t>MPS Architecture</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Font typeface="Calibri"/>
              <a:buChar char="○"/>
            </a:pPr>
            <a:r>
              <a:rPr lang="en-US" sz="2400">
                <a:latin typeface="Calibri"/>
                <a:ea typeface="Calibri"/>
                <a:cs typeface="Calibri"/>
                <a:sym typeface="Calibri"/>
              </a:rPr>
              <a:t>Components</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Font typeface="Calibri"/>
              <a:buChar char="○"/>
            </a:pPr>
            <a:r>
              <a:rPr lang="en-US" sz="2400">
                <a:latin typeface="Calibri"/>
                <a:ea typeface="Calibri"/>
                <a:cs typeface="Calibri"/>
                <a:sym typeface="Calibri"/>
              </a:rPr>
              <a:t>Add-in</a:t>
            </a:r>
            <a:endParaRPr sz="2400">
              <a:latin typeface="Calibri"/>
              <a:ea typeface="Calibri"/>
              <a:cs typeface="Calibri"/>
              <a:sym typeface="Calibri"/>
            </a:endParaRPr>
          </a:p>
          <a:p>
            <a:pPr indent="-381000" lvl="0" marL="457200" rtl="0" algn="l">
              <a:lnSpc>
                <a:spcPct val="150000"/>
              </a:lnSpc>
              <a:spcBef>
                <a:spcPts val="0"/>
              </a:spcBef>
              <a:spcAft>
                <a:spcPts val="0"/>
              </a:spcAft>
              <a:buSzPts val="2400"/>
              <a:buChar char="●"/>
            </a:pPr>
            <a:r>
              <a:rPr lang="en-US" sz="2400">
                <a:latin typeface="Calibri"/>
                <a:ea typeface="Calibri"/>
                <a:cs typeface="Calibri"/>
                <a:sym typeface="Calibri"/>
              </a:rPr>
              <a:t>Prerequisites</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Char char="○"/>
            </a:pPr>
            <a:r>
              <a:rPr lang="en-US" sz="2400">
                <a:latin typeface="Calibri"/>
                <a:ea typeface="Calibri"/>
                <a:cs typeface="Calibri"/>
                <a:sym typeface="Calibri"/>
              </a:rPr>
              <a:t>DLP and Mail flow</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Font typeface="Calibri"/>
              <a:buChar char="○"/>
            </a:pPr>
            <a:r>
              <a:rPr lang="en-US" sz="2400">
                <a:latin typeface="Calibri"/>
                <a:ea typeface="Calibri"/>
                <a:cs typeface="Calibri"/>
                <a:sym typeface="Calibri"/>
              </a:rPr>
              <a:t>Transport rules</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Char char="○"/>
            </a:pPr>
            <a:r>
              <a:rPr lang="en-US" sz="2400">
                <a:latin typeface="Calibri"/>
                <a:ea typeface="Calibri"/>
                <a:cs typeface="Calibri"/>
                <a:sym typeface="Calibri"/>
              </a:rPr>
              <a:t>MX Record</a:t>
            </a:r>
            <a:endParaRPr sz="2400">
              <a:latin typeface="Calibri"/>
              <a:ea typeface="Calibri"/>
              <a:cs typeface="Calibri"/>
              <a:sym typeface="Calibri"/>
            </a:endParaRPr>
          </a:p>
          <a:p>
            <a:pPr indent="-381000" lvl="1" marL="914400" rtl="0" algn="l">
              <a:lnSpc>
                <a:spcPct val="150000"/>
              </a:lnSpc>
              <a:spcBef>
                <a:spcPts val="0"/>
              </a:spcBef>
              <a:spcAft>
                <a:spcPts val="0"/>
              </a:spcAft>
              <a:buSzPts val="2400"/>
              <a:buFont typeface="Calibri"/>
              <a:buChar char="○"/>
            </a:pPr>
            <a:r>
              <a:rPr lang="en-US" sz="2400">
                <a:latin typeface="Calibri"/>
                <a:ea typeface="Calibri"/>
                <a:cs typeface="Calibri"/>
                <a:sym typeface="Calibri"/>
              </a:rPr>
              <a:t>FW</a:t>
            </a:r>
            <a:endParaRPr sz="2400">
              <a:latin typeface="Calibri"/>
              <a:ea typeface="Calibri"/>
              <a:cs typeface="Calibri"/>
              <a:sym typeface="Calibri"/>
            </a:endParaRPr>
          </a:p>
          <a:p>
            <a:pPr indent="-381000" lvl="0" marL="457200" rtl="0" algn="l">
              <a:lnSpc>
                <a:spcPct val="150000"/>
              </a:lnSpc>
              <a:spcBef>
                <a:spcPts val="0"/>
              </a:spcBef>
              <a:spcAft>
                <a:spcPts val="0"/>
              </a:spcAft>
              <a:buSzPts val="2400"/>
              <a:buFont typeface="Calibri"/>
              <a:buChar char="●"/>
            </a:pPr>
            <a:r>
              <a:rPr lang="en-US" sz="2400">
                <a:latin typeface="Calibri"/>
                <a:ea typeface="Calibri"/>
                <a:cs typeface="Calibri"/>
                <a:sym typeface="Calibri"/>
              </a:rPr>
              <a:t>Implementation </a:t>
            </a:r>
            <a:r>
              <a:rPr lang="en-US" sz="2400">
                <a:latin typeface="Calibri"/>
                <a:ea typeface="Calibri"/>
                <a:cs typeface="Calibri"/>
                <a:sym typeface="Calibri"/>
              </a:rPr>
              <a:t>Process</a:t>
            </a:r>
            <a:endParaRPr sz="2400">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9e1ad71385_1_5"/>
          <p:cNvSpPr txBox="1"/>
          <p:nvPr>
            <p:ph idx="4294967295" type="ctrTitle"/>
          </p:nvPr>
        </p:nvSpPr>
        <p:spPr>
          <a:xfrm>
            <a:off x="838200" y="1122364"/>
            <a:ext cx="10515600" cy="1082400"/>
          </a:xfrm>
          <a:prstGeom prst="rect">
            <a:avLst/>
          </a:prstGeom>
          <a:noFill/>
          <a:ln>
            <a:noFill/>
          </a:ln>
        </p:spPr>
        <p:txBody>
          <a:bodyPr anchorCtr="0" anchor="b" bIns="60925" lIns="121900" spcFirstLastPara="1" rIns="121900" wrap="square" tIns="60925">
            <a:normAutofit/>
          </a:bodyPr>
          <a:lstStyle/>
          <a:p>
            <a:pPr indent="0" lvl="0" marL="0" rtl="0" algn="ctr">
              <a:lnSpc>
                <a:spcPct val="90000"/>
              </a:lnSpc>
              <a:spcBef>
                <a:spcPts val="0"/>
              </a:spcBef>
              <a:spcAft>
                <a:spcPts val="0"/>
              </a:spcAft>
              <a:buClr>
                <a:schemeClr val="dk1"/>
              </a:buClr>
              <a:buSzPts val="4500"/>
              <a:buFont typeface="Calibri"/>
              <a:buNone/>
            </a:pPr>
            <a:r>
              <a:rPr lang="en-US" sz="4800">
                <a:latin typeface="Helvetica Neue"/>
                <a:ea typeface="Helvetica Neue"/>
                <a:cs typeface="Helvetica Neue"/>
                <a:sym typeface="Helvetica Neue"/>
              </a:rPr>
              <a:t>Questions?</a:t>
            </a:r>
            <a:endParaRPr sz="4800">
              <a:latin typeface="Helvetica Neue"/>
              <a:ea typeface="Helvetica Neue"/>
              <a:cs typeface="Helvetica Neue"/>
              <a:sym typeface="Helvetica Neue"/>
            </a:endParaRPr>
          </a:p>
        </p:txBody>
      </p:sp>
      <p:pic>
        <p:nvPicPr>
          <p:cNvPr id="312" name="Google Shape;312;g29e1ad71385_1_5"/>
          <p:cNvPicPr preferRelativeResize="0"/>
          <p:nvPr/>
        </p:nvPicPr>
        <p:blipFill rotWithShape="1">
          <a:blip r:embed="rId3">
            <a:alphaModFix/>
          </a:blip>
          <a:srcRect b="0" l="0" r="0" t="0"/>
          <a:stretch/>
        </p:blipFill>
        <p:spPr>
          <a:xfrm>
            <a:off x="3681601" y="2893297"/>
            <a:ext cx="4595719" cy="388199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6">
      <a:dk1>
        <a:srgbClr val="001036"/>
      </a:dk1>
      <a:lt1>
        <a:srgbClr val="FFFFFF"/>
      </a:lt1>
      <a:dk2>
        <a:srgbClr val="091F56"/>
      </a:dk2>
      <a:lt2>
        <a:srgbClr val="CEDBE6"/>
      </a:lt2>
      <a:accent1>
        <a:srgbClr val="71E2D6"/>
      </a:accent1>
      <a:accent2>
        <a:srgbClr val="18E6D8"/>
      </a:accent2>
      <a:accent3>
        <a:srgbClr val="37FFF0"/>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2022-02-20T18:57:40Z</dcterms:created>
  <dc:creator>Nimrod Barel</dc:creator>
</cp:coreProperties>
</file>